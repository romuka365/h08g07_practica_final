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0" r:id="rId4"/>
    <p:sldId id="258" r:id="rId5"/>
    <p:sldId id="261" r:id="rId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-912" y="-9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CFA5BE-F70B-4E26-8235-7829025011BE}" type="datetimeFigureOut">
              <a:rPr lang="es-ES" smtClean="0"/>
              <a:t>27/05/2026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1B1167-6086-439F-A9A7-4028CA6949BA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43615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1B1167-6086-439F-A9A7-4028CA6949BA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79527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5960F2-D13B-6EA4-4B69-58083A5BDB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125BC1E-F799-1150-55DB-F78F3043B2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73F175C-13A3-82F4-6111-711924219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8DC01-A133-4C59-9343-9B7053B99655}" type="datetimeFigureOut">
              <a:rPr lang="es-ES" smtClean="0"/>
              <a:t>27/05/2026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0E5DE87-2F18-1952-276D-222375CFB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3255DA-510B-C3CF-4A91-4B39D61D6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7F028-7777-43DB-8F48-63EA9B6BCFC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76842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040F72-96E6-98EA-62ED-F2F4E9F5C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4FBA57-807A-66E6-4854-A94D8C031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8C1ADA7-8279-1789-3F10-FC27FB967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8DC01-A133-4C59-9343-9B7053B99655}" type="datetimeFigureOut">
              <a:rPr lang="es-ES" smtClean="0"/>
              <a:t>27/05/2026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1DEB78-9DC9-A5AF-1536-A0B3F9D7E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B4B05C-FF6C-3C6A-07D1-F2EA93680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7F028-7777-43DB-8F48-63EA9B6BCFC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96558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FA60AC-F6F4-2E47-86C8-3030AD9AE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3855956-2C53-8EC3-2572-38AB0620B5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746D32-ACB3-96A0-8961-1D98D17DF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8DC01-A133-4C59-9343-9B7053B99655}" type="datetimeFigureOut">
              <a:rPr lang="es-ES" smtClean="0"/>
              <a:t>27/05/2026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2E13CCA-DC9B-6B19-0E77-927A088BA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D961E1A-6C78-4CF9-C8F0-CAFCF4F03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7F028-7777-43DB-8F48-63EA9B6BCFC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67946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A11E5E-6CD1-70DB-45DD-EDC092957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08D6B1A-B69D-63E7-6DE9-C7898A919C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60B1221-A67E-AA16-EFB5-090FBFB791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D159F56-F069-C098-82A4-ECED410CE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8DC01-A133-4C59-9343-9B7053B99655}" type="datetimeFigureOut">
              <a:rPr lang="es-ES" smtClean="0"/>
              <a:t>27/05/2026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6287A6B-D89F-4994-372C-C707A1477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E99CA83-6DF5-B3BD-0A3B-EE2052915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7F028-7777-43DB-8F48-63EA9B6BCFC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76158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D141ED-6DDA-802E-6D28-0F5197596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A50F9A6-3DAD-4057-2C6A-BCC3019F3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4FEC119-C871-73BD-AB55-E4E840E973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B369A78-8ED2-12F1-BFB2-38B224EBBE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636FD0C-4FA6-058C-352F-A06340E47E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8626BA8-4617-E449-E57C-94A2DAC6D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8DC01-A133-4C59-9343-9B7053B99655}" type="datetimeFigureOut">
              <a:rPr lang="es-ES" smtClean="0"/>
              <a:t>27/05/2026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0D38AA3-6798-4EE7-D7C9-3E955E5D1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3FB6B43-290F-EAE5-F0EB-6380B076F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7F028-7777-43DB-8F48-63EA9B6BCFC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59918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59CB60-9239-9348-7CE1-372F54344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72816E5-0D19-0D11-F0AD-4661923D0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8DC01-A133-4C59-9343-9B7053B99655}" type="datetimeFigureOut">
              <a:rPr lang="es-ES" smtClean="0"/>
              <a:t>27/05/2026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5A49D9F-6B92-4FC2-B6DE-DB0F6812F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D126CEB-9367-EE32-5A9D-528D20B96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7F028-7777-43DB-8F48-63EA9B6BCFC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65487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4700DD5-70C8-7D36-B827-B55B5213B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8DC01-A133-4C59-9343-9B7053B99655}" type="datetimeFigureOut">
              <a:rPr lang="es-ES" smtClean="0"/>
              <a:t>27/05/2026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3030577-6CA5-94FC-9A69-9C9C060C6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A2BF105-A467-8822-D8ED-C8A98F1C0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7F028-7777-43DB-8F48-63EA9B6BCFC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78618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403EF2-2497-D61E-098A-2914A556C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0BDF3B-48C4-6423-EB07-DBEC2BC3D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93607DF-C8D9-D89D-D73C-B559A763CD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56A83ED-5675-2736-5BB1-2FF706E16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8DC01-A133-4C59-9343-9B7053B99655}" type="datetimeFigureOut">
              <a:rPr lang="es-ES" smtClean="0"/>
              <a:t>27/05/2026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0DB6DD1-643A-11DD-E0E7-7099902E2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830BAEE-612F-C5D6-9CBE-07093832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7F028-7777-43DB-8F48-63EA9B6BCFC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31869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679675-0E31-7D2E-34EF-8CF3E8308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4004DBE-D767-F283-0DA1-9F4DA0E548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02B2058-F025-99F8-3C85-A1B15D23AE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00D9730-EEB8-2FE5-9749-F2ECEB6D3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8DC01-A133-4C59-9343-9B7053B99655}" type="datetimeFigureOut">
              <a:rPr lang="es-ES" smtClean="0"/>
              <a:t>27/05/2026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18A597F-B745-E111-A249-FA3B5D25A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F423B6C-1E50-8F7A-2298-6526522EB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7F028-7777-43DB-8F48-63EA9B6BCFC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57101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0AA3F7-5D92-B649-B941-E267034E8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636E903-7796-EC2F-9067-D5360ECF81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0292C5-039A-9B3A-A2B7-4C0E085BA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8DC01-A133-4C59-9343-9B7053B99655}" type="datetimeFigureOut">
              <a:rPr lang="es-ES" smtClean="0"/>
              <a:t>27/05/2026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8EB9A6-03B1-3D05-9F08-168845EE0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C37D71-10FC-4E59-DCDD-9C6DC351F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7F028-7777-43DB-8F48-63EA9B6BCFC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2921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2F04B4D-B496-8FA6-2B69-48B221B5B1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1B64C32-041B-7247-697E-942932E500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C966211-D75B-3412-EC8E-7D5108F07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8DC01-A133-4C59-9343-9B7053B99655}" type="datetimeFigureOut">
              <a:rPr lang="es-ES" smtClean="0"/>
              <a:t>27/05/2026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FC28901-D26A-DAF3-573F-403019536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853758F-EDD2-42B9-8531-D694EEE37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7F028-7777-43DB-8F48-63EA9B6BCFC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41408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B61DF7F-5FE1-D9A6-F4D7-D9683AFE9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1BBCB38-6528-B1D0-F2FC-E285BBB068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9B429CB-50A1-307D-7FD7-FC43273FCF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78DC01-A133-4C59-9343-9B7053B99655}" type="datetimeFigureOut">
              <a:rPr lang="es-ES" smtClean="0"/>
              <a:t>27/05/2026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62D433-C8D1-7202-EC3F-F3A97DE555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B6D09C-8B36-9B59-EA0B-02D4633D4D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A7F028-7777-43DB-8F48-63EA9B6BCFC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41617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A700BAFB-57F1-0C2B-A7D6-EBF0198EA5A7}"/>
              </a:ext>
            </a:extLst>
          </p:cNvPr>
          <p:cNvSpPr txBox="1"/>
          <p:nvPr/>
        </p:nvSpPr>
        <p:spPr>
          <a:xfrm>
            <a:off x="5480967" y="1045242"/>
            <a:ext cx="1347537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s-ES"/>
            </a:defPPr>
            <a:lvl1pPr algn="ctr"/>
          </a:lstStyle>
          <a:p>
            <a:r>
              <a:rPr lang="es-ES" dirty="0"/>
              <a:t>Atacar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AC34D79-94F9-61E9-EE3C-391893727BC3}"/>
              </a:ext>
            </a:extLst>
          </p:cNvPr>
          <p:cNvSpPr txBox="1"/>
          <p:nvPr/>
        </p:nvSpPr>
        <p:spPr>
          <a:xfrm>
            <a:off x="4863345" y="1595015"/>
            <a:ext cx="2582779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s-ES"/>
            </a:defPPr>
            <a:lvl1pPr algn="ctr"/>
          </a:lstStyle>
          <a:p>
            <a:r>
              <a:rPr lang="es-ES" dirty="0"/>
              <a:t>Defenderse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9BB3C3A-E705-B86D-7A84-C4CF74A0FD5E}"/>
              </a:ext>
            </a:extLst>
          </p:cNvPr>
          <p:cNvSpPr txBox="1"/>
          <p:nvPr/>
        </p:nvSpPr>
        <p:spPr>
          <a:xfrm>
            <a:off x="5227655" y="2144788"/>
            <a:ext cx="1854157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s-ES"/>
            </a:defPPr>
            <a:lvl1pPr algn="ctr"/>
          </a:lstStyle>
          <a:p>
            <a:r>
              <a:rPr lang="es-ES" dirty="0"/>
              <a:t>Moverse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BD454E1-4B5C-9199-FEDC-E8A09691F34A}"/>
              </a:ext>
            </a:extLst>
          </p:cNvPr>
          <p:cNvSpPr txBox="1"/>
          <p:nvPr/>
        </p:nvSpPr>
        <p:spPr>
          <a:xfrm>
            <a:off x="4863343" y="3794106"/>
            <a:ext cx="2582779" cy="369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s-ES"/>
            </a:defPPr>
            <a:lvl1pPr algn="ctr"/>
          </a:lstStyle>
          <a:p>
            <a:r>
              <a:rPr lang="es-ES" dirty="0"/>
              <a:t>Equipar objetos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1E9420D-A213-E161-4497-34E03F1AADE3}"/>
              </a:ext>
            </a:extLst>
          </p:cNvPr>
          <p:cNvSpPr txBox="1"/>
          <p:nvPr/>
        </p:nvSpPr>
        <p:spPr>
          <a:xfrm>
            <a:off x="4804610" y="3244334"/>
            <a:ext cx="2582779" cy="369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s-ES"/>
            </a:defPPr>
            <a:lvl1pPr algn="ctr"/>
          </a:lstStyle>
          <a:p>
            <a:r>
              <a:rPr lang="es-ES" dirty="0"/>
              <a:t>Coger objetos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A30678E-4182-204B-F132-B06E20E90496}"/>
              </a:ext>
            </a:extLst>
          </p:cNvPr>
          <p:cNvSpPr txBox="1"/>
          <p:nvPr/>
        </p:nvSpPr>
        <p:spPr>
          <a:xfrm>
            <a:off x="4678858" y="4343878"/>
            <a:ext cx="2951747" cy="369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s-ES"/>
            </a:defPPr>
            <a:lvl1pPr algn="ctr"/>
          </a:lstStyle>
          <a:p>
            <a:r>
              <a:rPr lang="es-ES" dirty="0"/>
              <a:t>Usar objetos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88BFB47-D94C-489B-C798-1D152B151AA0}"/>
              </a:ext>
            </a:extLst>
          </p:cNvPr>
          <p:cNvSpPr txBox="1"/>
          <p:nvPr/>
        </p:nvSpPr>
        <p:spPr>
          <a:xfrm>
            <a:off x="4810560" y="2694561"/>
            <a:ext cx="2688346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s-ES"/>
            </a:defPPr>
            <a:lvl1pPr algn="ctr"/>
          </a:lstStyle>
          <a:p>
            <a:r>
              <a:rPr lang="es-ES" dirty="0"/>
              <a:t>Cambiar de habitación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B746951B-B52C-D6F9-6833-33EFF3EDCBC2}"/>
              </a:ext>
            </a:extLst>
          </p:cNvPr>
          <p:cNvSpPr txBox="1"/>
          <p:nvPr/>
        </p:nvSpPr>
        <p:spPr>
          <a:xfrm>
            <a:off x="5168142" y="4893650"/>
            <a:ext cx="1973178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s-ES"/>
            </a:defPPr>
            <a:lvl1pPr algn="ctr"/>
          </a:lstStyle>
          <a:p>
            <a:r>
              <a:rPr lang="es-ES" dirty="0"/>
              <a:t>Morir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A742408-FB0F-D506-C535-0D9DDAFBFBBD}"/>
              </a:ext>
            </a:extLst>
          </p:cNvPr>
          <p:cNvSpPr txBox="1"/>
          <p:nvPr/>
        </p:nvSpPr>
        <p:spPr>
          <a:xfrm>
            <a:off x="1033812" y="4049406"/>
            <a:ext cx="1966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JUGADOR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C3810FA7-58BF-370E-D90B-43269099EF3C}"/>
              </a:ext>
            </a:extLst>
          </p:cNvPr>
          <p:cNvSpPr txBox="1"/>
          <p:nvPr/>
        </p:nvSpPr>
        <p:spPr>
          <a:xfrm>
            <a:off x="9371162" y="4107058"/>
            <a:ext cx="1966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ENEMIGO</a:t>
            </a:r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D6A71C62-48AE-8E2D-1EA9-4D093CEF1D3D}"/>
              </a:ext>
            </a:extLst>
          </p:cNvPr>
          <p:cNvCxnSpPr>
            <a:cxnSpLocks/>
          </p:cNvCxnSpPr>
          <p:nvPr/>
        </p:nvCxnSpPr>
        <p:spPr>
          <a:xfrm flipV="1">
            <a:off x="2648757" y="1856463"/>
            <a:ext cx="2140328" cy="472991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952E6522-F60B-0424-1B96-CA11FBE1A6AF}"/>
              </a:ext>
            </a:extLst>
          </p:cNvPr>
          <p:cNvCxnSpPr>
            <a:cxnSpLocks/>
          </p:cNvCxnSpPr>
          <p:nvPr/>
        </p:nvCxnSpPr>
        <p:spPr>
          <a:xfrm flipV="1">
            <a:off x="2754066" y="2307071"/>
            <a:ext cx="2293375" cy="244751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55A6CED5-45D3-87EC-0725-D18090DF8ADB}"/>
              </a:ext>
            </a:extLst>
          </p:cNvPr>
          <p:cNvCxnSpPr>
            <a:cxnSpLocks/>
          </p:cNvCxnSpPr>
          <p:nvPr/>
        </p:nvCxnSpPr>
        <p:spPr>
          <a:xfrm>
            <a:off x="2724957" y="2770908"/>
            <a:ext cx="1953901" cy="108318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F4B183BD-CF63-ABD9-E54C-FE32A4B001B7}"/>
              </a:ext>
            </a:extLst>
          </p:cNvPr>
          <p:cNvCxnSpPr>
            <a:cxnSpLocks/>
          </p:cNvCxnSpPr>
          <p:nvPr/>
        </p:nvCxnSpPr>
        <p:spPr>
          <a:xfrm>
            <a:off x="2724957" y="2907267"/>
            <a:ext cx="1953901" cy="521732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20EFFE05-BF81-7FC6-4992-EFF480207472}"/>
              </a:ext>
            </a:extLst>
          </p:cNvPr>
          <p:cNvCxnSpPr>
            <a:cxnSpLocks/>
          </p:cNvCxnSpPr>
          <p:nvPr/>
        </p:nvCxnSpPr>
        <p:spPr>
          <a:xfrm>
            <a:off x="2754066" y="3059667"/>
            <a:ext cx="2035019" cy="879044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ECB10656-AE3B-0784-1D53-1460572558CD}"/>
              </a:ext>
            </a:extLst>
          </p:cNvPr>
          <p:cNvCxnSpPr>
            <a:cxnSpLocks/>
          </p:cNvCxnSpPr>
          <p:nvPr/>
        </p:nvCxnSpPr>
        <p:spPr>
          <a:xfrm>
            <a:off x="2672566" y="3191821"/>
            <a:ext cx="1872650" cy="1162385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EB17C5B9-77EA-06CF-01F3-D7BBFBE2C6D6}"/>
              </a:ext>
            </a:extLst>
          </p:cNvPr>
          <p:cNvCxnSpPr>
            <a:cxnSpLocks/>
          </p:cNvCxnSpPr>
          <p:nvPr/>
        </p:nvCxnSpPr>
        <p:spPr>
          <a:xfrm>
            <a:off x="2672566" y="3469060"/>
            <a:ext cx="2222475" cy="1609256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de flecha 50">
            <a:extLst>
              <a:ext uri="{FF2B5EF4-FFF2-40B4-BE49-F238E27FC236}">
                <a16:creationId xmlns:a16="http://schemas.microsoft.com/office/drawing/2014/main" id="{D255D30E-E614-257D-60BE-BF45A96F0DB6}"/>
              </a:ext>
            </a:extLst>
          </p:cNvPr>
          <p:cNvCxnSpPr>
            <a:cxnSpLocks/>
          </p:cNvCxnSpPr>
          <p:nvPr/>
        </p:nvCxnSpPr>
        <p:spPr>
          <a:xfrm flipV="1">
            <a:off x="2591703" y="1277477"/>
            <a:ext cx="2747213" cy="953394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de flecha 52">
            <a:extLst>
              <a:ext uri="{FF2B5EF4-FFF2-40B4-BE49-F238E27FC236}">
                <a16:creationId xmlns:a16="http://schemas.microsoft.com/office/drawing/2014/main" id="{65ABA463-2098-ED5B-2421-816327001F06}"/>
              </a:ext>
            </a:extLst>
          </p:cNvPr>
          <p:cNvCxnSpPr>
            <a:cxnSpLocks/>
          </p:cNvCxnSpPr>
          <p:nvPr/>
        </p:nvCxnSpPr>
        <p:spPr>
          <a:xfrm flipH="1" flipV="1">
            <a:off x="6965372" y="1229908"/>
            <a:ext cx="2634925" cy="1077163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A4C150DE-9677-EBDC-D9B8-2A2597528A89}"/>
              </a:ext>
            </a:extLst>
          </p:cNvPr>
          <p:cNvCxnSpPr>
            <a:cxnSpLocks/>
          </p:cNvCxnSpPr>
          <p:nvPr/>
        </p:nvCxnSpPr>
        <p:spPr>
          <a:xfrm flipH="1">
            <a:off x="7358975" y="3613665"/>
            <a:ext cx="2304708" cy="1464651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de flecha 56">
            <a:extLst>
              <a:ext uri="{FF2B5EF4-FFF2-40B4-BE49-F238E27FC236}">
                <a16:creationId xmlns:a16="http://schemas.microsoft.com/office/drawing/2014/main" id="{E7FE580C-A7B7-AB31-070B-6843A6C746C3}"/>
              </a:ext>
            </a:extLst>
          </p:cNvPr>
          <p:cNvCxnSpPr>
            <a:cxnSpLocks/>
          </p:cNvCxnSpPr>
          <p:nvPr/>
        </p:nvCxnSpPr>
        <p:spPr>
          <a:xfrm flipH="1" flipV="1">
            <a:off x="7218680" y="2307071"/>
            <a:ext cx="2381617" cy="600196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cto de flecha 61">
            <a:extLst>
              <a:ext uri="{FF2B5EF4-FFF2-40B4-BE49-F238E27FC236}">
                <a16:creationId xmlns:a16="http://schemas.microsoft.com/office/drawing/2014/main" id="{9D88705E-147D-4755-CC26-1FABD58B9D82}"/>
              </a:ext>
            </a:extLst>
          </p:cNvPr>
          <p:cNvCxnSpPr>
            <a:cxnSpLocks/>
          </p:cNvCxnSpPr>
          <p:nvPr/>
        </p:nvCxnSpPr>
        <p:spPr>
          <a:xfrm flipH="1" flipV="1">
            <a:off x="7541057" y="1779681"/>
            <a:ext cx="2122626" cy="772141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6" name="Imagen 65">
            <a:extLst>
              <a:ext uri="{FF2B5EF4-FFF2-40B4-BE49-F238E27FC236}">
                <a16:creationId xmlns:a16="http://schemas.microsoft.com/office/drawing/2014/main" id="{BBC24020-78B1-C3AF-ECEC-0869DCB4FD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32" t="20199" r="51080" b="17346"/>
          <a:stretch>
            <a:fillRect/>
          </a:stretch>
        </p:blipFill>
        <p:spPr>
          <a:xfrm>
            <a:off x="1280011" y="1825818"/>
            <a:ext cx="1474055" cy="2269725"/>
          </a:xfrm>
          <a:prstGeom prst="rect">
            <a:avLst/>
          </a:prstGeom>
        </p:spPr>
      </p:pic>
      <p:pic>
        <p:nvPicPr>
          <p:cNvPr id="69" name="Imagen 68">
            <a:extLst>
              <a:ext uri="{FF2B5EF4-FFF2-40B4-BE49-F238E27FC236}">
                <a16:creationId xmlns:a16="http://schemas.microsoft.com/office/drawing/2014/main" id="{A0186FE9-CC8C-49EC-A86E-9CF2AD6AAD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103" t="15244" r="9729" b="15244"/>
          <a:stretch>
            <a:fillRect/>
          </a:stretch>
        </p:blipFill>
        <p:spPr>
          <a:xfrm>
            <a:off x="9617361" y="1787694"/>
            <a:ext cx="1474054" cy="2345972"/>
          </a:xfrm>
          <a:prstGeom prst="rect">
            <a:avLst/>
          </a:prstGeom>
        </p:spPr>
      </p:pic>
      <p:sp>
        <p:nvSpPr>
          <p:cNvPr id="70" name="CuadroTexto 69">
            <a:extLst>
              <a:ext uri="{FF2B5EF4-FFF2-40B4-BE49-F238E27FC236}">
                <a16:creationId xmlns:a16="http://schemas.microsoft.com/office/drawing/2014/main" id="{BF743602-559D-C177-E893-C625E219CBAA}"/>
              </a:ext>
            </a:extLst>
          </p:cNvPr>
          <p:cNvSpPr txBox="1"/>
          <p:nvPr/>
        </p:nvSpPr>
        <p:spPr>
          <a:xfrm>
            <a:off x="3468134" y="232529"/>
            <a:ext cx="5255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/>
              <a:t>DIAGRAMA DE CASOS DE USO</a:t>
            </a:r>
          </a:p>
        </p:txBody>
      </p:sp>
    </p:spTree>
    <p:extLst>
      <p:ext uri="{BB962C8B-B14F-4D97-AF65-F5344CB8AC3E}">
        <p14:creationId xmlns:p14="http://schemas.microsoft.com/office/powerpoint/2010/main" val="3010212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812F0B13-27E3-9B59-5936-11485001AF26}"/>
              </a:ext>
            </a:extLst>
          </p:cNvPr>
          <p:cNvGrpSpPr/>
          <p:nvPr/>
        </p:nvGrpSpPr>
        <p:grpSpPr>
          <a:xfrm>
            <a:off x="-419506" y="214015"/>
            <a:ext cx="12723834" cy="6396561"/>
            <a:chOff x="-419506" y="214015"/>
            <a:chExt cx="12723834" cy="6396561"/>
          </a:xfrm>
        </p:grpSpPr>
        <p:sp>
          <p:nvSpPr>
            <p:cNvPr id="2" name="CuadroTexto 1">
              <a:extLst>
                <a:ext uri="{FF2B5EF4-FFF2-40B4-BE49-F238E27FC236}">
                  <a16:creationId xmlns:a16="http://schemas.microsoft.com/office/drawing/2014/main" id="{5E4A3E29-5885-2E29-C86D-167A8E2B6F8A}"/>
                </a:ext>
              </a:extLst>
            </p:cNvPr>
            <p:cNvSpPr txBox="1"/>
            <p:nvPr/>
          </p:nvSpPr>
          <p:spPr>
            <a:xfrm>
              <a:off x="1140992" y="3098564"/>
              <a:ext cx="123299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400" dirty="0"/>
                <a:t>Cargar el juego</a:t>
              </a:r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71C57A02-21E8-3C27-CBD5-3E7BF8073ABD}"/>
                </a:ext>
              </a:extLst>
            </p:cNvPr>
            <p:cNvSpPr txBox="1"/>
            <p:nvPr/>
          </p:nvSpPr>
          <p:spPr>
            <a:xfrm>
              <a:off x="4271050" y="721494"/>
              <a:ext cx="189762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algn="ctr">
                <a:defRPr sz="1400"/>
              </a:lvl1pPr>
            </a:lstStyle>
            <a:p>
              <a:r>
                <a:rPr lang="es-ES" dirty="0"/>
                <a:t>Seleccionar casilla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A61235CC-A10C-2E3F-159A-F2C352111926}"/>
                </a:ext>
              </a:extLst>
            </p:cNvPr>
            <p:cNvSpPr txBox="1"/>
            <p:nvPr/>
          </p:nvSpPr>
          <p:spPr>
            <a:xfrm>
              <a:off x="3367346" y="1046871"/>
              <a:ext cx="96396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algn="ctr">
                <a:defRPr sz="1400"/>
              </a:lvl1pPr>
            </a:lstStyle>
            <a:p>
              <a:r>
                <a:rPr lang="es-ES" dirty="0"/>
                <a:t>Tablero de juego</a:t>
              </a: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017C2CBD-D58A-6552-14F5-DDED3E843166}"/>
                </a:ext>
              </a:extLst>
            </p:cNvPr>
            <p:cNvSpPr txBox="1"/>
            <p:nvPr/>
          </p:nvSpPr>
          <p:spPr>
            <a:xfrm>
              <a:off x="7334984" y="717349"/>
              <a:ext cx="189762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algn="ctr">
                <a:defRPr sz="1400"/>
              </a:lvl1pPr>
            </a:lstStyle>
            <a:p>
              <a:r>
                <a:rPr lang="es-ES" dirty="0"/>
                <a:t>Moverse</a:t>
              </a:r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3CE6D229-0C65-638A-0DAF-D994D4F49B8E}"/>
                </a:ext>
              </a:extLst>
            </p:cNvPr>
            <p:cNvSpPr txBox="1"/>
            <p:nvPr/>
          </p:nvSpPr>
          <p:spPr>
            <a:xfrm>
              <a:off x="4076938" y="1014414"/>
              <a:ext cx="227047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algn="ctr">
                <a:defRPr sz="1400"/>
              </a:lvl1pPr>
            </a:lstStyle>
            <a:p>
              <a:r>
                <a:rPr lang="es-ES" dirty="0"/>
                <a:t>Seleccionar objeto</a:t>
              </a:r>
            </a:p>
          </p:txBody>
        </p:sp>
        <p:cxnSp>
          <p:nvCxnSpPr>
            <p:cNvPr id="11" name="Conector recto de flecha 10">
              <a:extLst>
                <a:ext uri="{FF2B5EF4-FFF2-40B4-BE49-F238E27FC236}">
                  <a16:creationId xmlns:a16="http://schemas.microsoft.com/office/drawing/2014/main" id="{B6744FCD-47AB-2BFF-B411-C76E25D3F97F}"/>
                </a:ext>
              </a:extLst>
            </p:cNvPr>
            <p:cNvCxnSpPr>
              <a:cxnSpLocks/>
            </p:cNvCxnSpPr>
            <p:nvPr/>
          </p:nvCxnSpPr>
          <p:spPr>
            <a:xfrm>
              <a:off x="1681831" y="1265455"/>
              <a:ext cx="644013" cy="0"/>
            </a:xfrm>
            <a:prstGeom prst="straightConnector1">
              <a:avLst/>
            </a:prstGeom>
            <a:noFill/>
          </p:spPr>
        </p:cxn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FB3D94A9-6D28-6944-B15F-FA6BB549DBCB}"/>
                </a:ext>
              </a:extLst>
            </p:cNvPr>
            <p:cNvSpPr txBox="1"/>
            <p:nvPr/>
          </p:nvSpPr>
          <p:spPr>
            <a:xfrm>
              <a:off x="7210048" y="214015"/>
              <a:ext cx="214749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algn="ctr">
                <a:defRPr sz="1400"/>
              </a:lvl1pPr>
            </a:lstStyle>
            <a:p>
              <a:r>
                <a:rPr lang="es-ES" dirty="0"/>
                <a:t>CONSECUENCIA (respuesta del programa)</a:t>
              </a: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BA708913-E6D7-9327-26CF-ED878C19BD71}"/>
                </a:ext>
              </a:extLst>
            </p:cNvPr>
            <p:cNvSpPr txBox="1"/>
            <p:nvPr/>
          </p:nvSpPr>
          <p:spPr>
            <a:xfrm>
              <a:off x="4148163" y="1305006"/>
              <a:ext cx="227047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algn="ctr">
                <a:defRPr sz="1400"/>
              </a:lvl1pPr>
            </a:lstStyle>
            <a:p>
              <a:r>
                <a:rPr lang="es-ES" dirty="0"/>
                <a:t>Seleccionar enemigo</a:t>
              </a:r>
            </a:p>
          </p:txBody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7DD3BCFC-0634-D84B-E390-584AFF103739}"/>
                </a:ext>
              </a:extLst>
            </p:cNvPr>
            <p:cNvSpPr txBox="1"/>
            <p:nvPr/>
          </p:nvSpPr>
          <p:spPr>
            <a:xfrm>
              <a:off x="7148558" y="993716"/>
              <a:ext cx="227047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algn="ctr">
                <a:defRPr sz="1400"/>
              </a:lvl1pPr>
            </a:lstStyle>
            <a:p>
              <a:r>
                <a:rPr lang="es-ES" dirty="0"/>
                <a:t>Coger objeto</a:t>
              </a:r>
            </a:p>
          </p:txBody>
        </p:sp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6ABAA88E-4107-017C-8411-8F56658C3D8A}"/>
                </a:ext>
              </a:extLst>
            </p:cNvPr>
            <p:cNvSpPr txBox="1"/>
            <p:nvPr/>
          </p:nvSpPr>
          <p:spPr>
            <a:xfrm>
              <a:off x="7170480" y="1305046"/>
              <a:ext cx="227047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algn="ctr">
                <a:defRPr sz="1400"/>
              </a:lvl1pPr>
            </a:lstStyle>
            <a:p>
              <a:r>
                <a:rPr lang="es-ES" dirty="0"/>
                <a:t>Atacar enemigo</a:t>
              </a:r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2A70BDDB-6EAD-A3D9-FD55-E70297FABB1E}"/>
                </a:ext>
              </a:extLst>
            </p:cNvPr>
            <p:cNvSpPr txBox="1"/>
            <p:nvPr/>
          </p:nvSpPr>
          <p:spPr>
            <a:xfrm>
              <a:off x="4021733" y="1597489"/>
              <a:ext cx="265751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algn="ctr">
                <a:defRPr sz="1400"/>
              </a:lvl1pPr>
            </a:lstStyle>
            <a:p>
              <a:r>
                <a:rPr lang="es-ES" dirty="0"/>
                <a:t>Cambiar de habitación</a:t>
              </a:r>
            </a:p>
          </p:txBody>
        </p: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B5619F60-873C-7C1E-328F-6CF2819CA503}"/>
                </a:ext>
              </a:extLst>
            </p:cNvPr>
            <p:cNvSpPr txBox="1"/>
            <p:nvPr/>
          </p:nvSpPr>
          <p:spPr>
            <a:xfrm>
              <a:off x="7059331" y="1620850"/>
              <a:ext cx="25129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algn="ctr">
                <a:defRPr sz="1400"/>
              </a:lvl1pPr>
            </a:lstStyle>
            <a:p>
              <a:r>
                <a:rPr lang="es-ES" dirty="0"/>
                <a:t>Tablero cambia</a:t>
              </a:r>
            </a:p>
          </p:txBody>
        </p: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C3D8F3D4-3058-E0D2-F6D7-9B0E621B810E}"/>
                </a:ext>
              </a:extLst>
            </p:cNvPr>
            <p:cNvSpPr txBox="1"/>
            <p:nvPr/>
          </p:nvSpPr>
          <p:spPr>
            <a:xfrm>
              <a:off x="3742821" y="215481"/>
              <a:ext cx="16714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algn="ctr">
                <a:defRPr sz="1400"/>
              </a:lvl1pPr>
            </a:lstStyle>
            <a:p>
              <a:r>
                <a:rPr lang="es-ES" dirty="0"/>
                <a:t>PANTALLA</a:t>
              </a:r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0D542A47-9DDF-6EC8-117C-5852AFD1975D}"/>
                </a:ext>
              </a:extLst>
            </p:cNvPr>
            <p:cNvSpPr txBox="1"/>
            <p:nvPr/>
          </p:nvSpPr>
          <p:spPr>
            <a:xfrm>
              <a:off x="3040665" y="1929473"/>
              <a:ext cx="154403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algn="ctr">
                <a:defRPr sz="1400"/>
              </a:lvl1pPr>
            </a:lstStyle>
            <a:p>
              <a:r>
                <a:rPr lang="es-ES" dirty="0"/>
                <a:t>Estadísticas enemigo</a:t>
              </a:r>
            </a:p>
          </p:txBody>
        </p: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AFC929A8-62AB-2082-9226-2AE626D70467}"/>
                </a:ext>
              </a:extLst>
            </p:cNvPr>
            <p:cNvSpPr txBox="1"/>
            <p:nvPr/>
          </p:nvSpPr>
          <p:spPr>
            <a:xfrm>
              <a:off x="3040664" y="2571662"/>
              <a:ext cx="154403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algn="ctr">
                <a:defRPr sz="1400"/>
              </a:lvl1pPr>
            </a:lstStyle>
            <a:p>
              <a:r>
                <a:rPr lang="es-ES" dirty="0"/>
                <a:t>Estadísticas jugador</a:t>
              </a:r>
            </a:p>
          </p:txBody>
        </p:sp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ACE02A6C-48C2-3316-7F1D-D4D444B3DEBB}"/>
                </a:ext>
              </a:extLst>
            </p:cNvPr>
            <p:cNvSpPr txBox="1"/>
            <p:nvPr/>
          </p:nvSpPr>
          <p:spPr>
            <a:xfrm>
              <a:off x="3075298" y="3230490"/>
              <a:ext cx="154806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algn="ctr">
                <a:defRPr sz="1400"/>
              </a:lvl1pPr>
            </a:lstStyle>
            <a:p>
              <a:r>
                <a:rPr lang="es-ES" dirty="0"/>
                <a:t>Inventario</a:t>
              </a:r>
            </a:p>
          </p:txBody>
        </p:sp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6481AA68-06D4-748C-16FE-334B1CF8050C}"/>
                </a:ext>
              </a:extLst>
            </p:cNvPr>
            <p:cNvSpPr txBox="1"/>
            <p:nvPr/>
          </p:nvSpPr>
          <p:spPr>
            <a:xfrm>
              <a:off x="3418837" y="3954500"/>
              <a:ext cx="8797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algn="ctr">
                <a:defRPr sz="1400"/>
              </a:lvl1pPr>
            </a:lstStyle>
            <a:p>
              <a:r>
                <a:rPr lang="es-ES" dirty="0"/>
                <a:t>Mapa</a:t>
              </a:r>
            </a:p>
          </p:txBody>
        </p:sp>
        <p:sp>
          <p:nvSpPr>
            <p:cNvPr id="40" name="CuadroTexto 39">
              <a:extLst>
                <a:ext uri="{FF2B5EF4-FFF2-40B4-BE49-F238E27FC236}">
                  <a16:creationId xmlns:a16="http://schemas.microsoft.com/office/drawing/2014/main" id="{7A7D1433-268B-8056-8F36-F98DC907534B}"/>
                </a:ext>
              </a:extLst>
            </p:cNvPr>
            <p:cNvSpPr txBox="1"/>
            <p:nvPr/>
          </p:nvSpPr>
          <p:spPr>
            <a:xfrm>
              <a:off x="3180071" y="4501633"/>
              <a:ext cx="135729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algn="ctr">
                <a:defRPr sz="1400"/>
              </a:lvl1pPr>
            </a:lstStyle>
            <a:p>
              <a:r>
                <a:rPr lang="es-ES" dirty="0"/>
                <a:t>Hacer click para</a:t>
              </a:r>
            </a:p>
          </p:txBody>
        </p:sp>
        <p:sp>
          <p:nvSpPr>
            <p:cNvPr id="43" name="CuadroTexto 42">
              <a:extLst>
                <a:ext uri="{FF2B5EF4-FFF2-40B4-BE49-F238E27FC236}">
                  <a16:creationId xmlns:a16="http://schemas.microsoft.com/office/drawing/2014/main" id="{ABB03D28-2EE9-FE4C-2970-37BC373BAE7F}"/>
                </a:ext>
              </a:extLst>
            </p:cNvPr>
            <p:cNvSpPr txBox="1"/>
            <p:nvPr/>
          </p:nvSpPr>
          <p:spPr>
            <a:xfrm>
              <a:off x="4076938" y="2066249"/>
              <a:ext cx="227047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algn="ctr">
                <a:defRPr sz="1400"/>
              </a:lvl1pPr>
            </a:lstStyle>
            <a:p>
              <a:r>
                <a:rPr lang="es-ES" dirty="0"/>
                <a:t>Ser atacado/atacar</a:t>
              </a:r>
            </a:p>
          </p:txBody>
        </p:sp>
        <p:sp>
          <p:nvSpPr>
            <p:cNvPr id="44" name="CuadroTexto 43">
              <a:extLst>
                <a:ext uri="{FF2B5EF4-FFF2-40B4-BE49-F238E27FC236}">
                  <a16:creationId xmlns:a16="http://schemas.microsoft.com/office/drawing/2014/main" id="{6C2388D6-BA5C-D64B-9858-689A9B8B8B31}"/>
                </a:ext>
              </a:extLst>
            </p:cNvPr>
            <p:cNvSpPr txBox="1"/>
            <p:nvPr/>
          </p:nvSpPr>
          <p:spPr>
            <a:xfrm>
              <a:off x="4386507" y="2638759"/>
              <a:ext cx="16667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algn="ctr">
                <a:defRPr sz="1400"/>
              </a:lvl1pPr>
            </a:lstStyle>
            <a:p>
              <a:r>
                <a:rPr lang="es-ES" dirty="0"/>
                <a:t>Ser atacado/atacar</a:t>
              </a:r>
            </a:p>
          </p:txBody>
        </p:sp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A9DF6CFA-6F9B-1B2D-FC41-2B5397E645DE}"/>
                </a:ext>
              </a:extLst>
            </p:cNvPr>
            <p:cNvSpPr txBox="1"/>
            <p:nvPr/>
          </p:nvSpPr>
          <p:spPr>
            <a:xfrm>
              <a:off x="3178061" y="5127069"/>
              <a:ext cx="13274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algn="ctr">
                <a:defRPr sz="1400"/>
              </a:lvl1pPr>
            </a:lstStyle>
            <a:p>
              <a:r>
                <a:rPr lang="es-ES" dirty="0"/>
                <a:t>Turnos</a:t>
              </a:r>
            </a:p>
          </p:txBody>
        </p:sp>
        <p:sp>
          <p:nvSpPr>
            <p:cNvPr id="48" name="CuadroTexto 47">
              <a:extLst>
                <a:ext uri="{FF2B5EF4-FFF2-40B4-BE49-F238E27FC236}">
                  <a16:creationId xmlns:a16="http://schemas.microsoft.com/office/drawing/2014/main" id="{717A6B8F-60B7-5644-E640-346A6EAFDFC6}"/>
                </a:ext>
              </a:extLst>
            </p:cNvPr>
            <p:cNvSpPr txBox="1"/>
            <p:nvPr/>
          </p:nvSpPr>
          <p:spPr>
            <a:xfrm>
              <a:off x="3040664" y="5544767"/>
              <a:ext cx="171249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algn="ctr">
                <a:defRPr sz="1400"/>
              </a:lvl1pPr>
            </a:lstStyle>
            <a:p>
              <a:r>
                <a:rPr lang="es-ES" dirty="0"/>
                <a:t>Habitación</a:t>
              </a:r>
            </a:p>
          </p:txBody>
        </p:sp>
        <p:sp>
          <p:nvSpPr>
            <p:cNvPr id="50" name="CuadroTexto 49">
              <a:extLst>
                <a:ext uri="{FF2B5EF4-FFF2-40B4-BE49-F238E27FC236}">
                  <a16:creationId xmlns:a16="http://schemas.microsoft.com/office/drawing/2014/main" id="{D17F582F-8A1B-6F80-A44A-41D86FD65F0A}"/>
                </a:ext>
              </a:extLst>
            </p:cNvPr>
            <p:cNvSpPr txBox="1"/>
            <p:nvPr/>
          </p:nvSpPr>
          <p:spPr>
            <a:xfrm>
              <a:off x="3075298" y="5932918"/>
              <a:ext cx="15841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algn="ctr">
                <a:defRPr sz="1400"/>
              </a:lvl1pPr>
            </a:lstStyle>
            <a:p>
              <a:r>
                <a:rPr lang="es-ES" dirty="0"/>
                <a:t>Distancia</a:t>
              </a:r>
            </a:p>
          </p:txBody>
        </p:sp>
        <p:sp>
          <p:nvSpPr>
            <p:cNvPr id="52" name="CuadroTexto 51">
              <a:extLst>
                <a:ext uri="{FF2B5EF4-FFF2-40B4-BE49-F238E27FC236}">
                  <a16:creationId xmlns:a16="http://schemas.microsoft.com/office/drawing/2014/main" id="{61FE8063-7788-C28F-F8E6-0083DD3F71FF}"/>
                </a:ext>
              </a:extLst>
            </p:cNvPr>
            <p:cNvSpPr txBox="1"/>
            <p:nvPr/>
          </p:nvSpPr>
          <p:spPr>
            <a:xfrm>
              <a:off x="3234208" y="6302799"/>
              <a:ext cx="121518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algn="ctr">
                <a:defRPr sz="1400"/>
              </a:lvl1pPr>
            </a:lstStyle>
            <a:p>
              <a:r>
                <a:rPr lang="es-ES" dirty="0"/>
                <a:t>Registro</a:t>
              </a:r>
            </a:p>
          </p:txBody>
        </p:sp>
        <p:sp>
          <p:nvSpPr>
            <p:cNvPr id="54" name="CuadroTexto 53">
              <a:extLst>
                <a:ext uri="{FF2B5EF4-FFF2-40B4-BE49-F238E27FC236}">
                  <a16:creationId xmlns:a16="http://schemas.microsoft.com/office/drawing/2014/main" id="{8CB10B2E-2587-FFF9-C93F-EF7693326967}"/>
                </a:ext>
              </a:extLst>
            </p:cNvPr>
            <p:cNvSpPr txBox="1"/>
            <p:nvPr/>
          </p:nvSpPr>
          <p:spPr>
            <a:xfrm>
              <a:off x="4375352" y="3133385"/>
              <a:ext cx="207790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algn="ctr">
                <a:defRPr sz="1400"/>
              </a:lvl1pPr>
            </a:lstStyle>
            <a:p>
              <a:r>
                <a:rPr lang="es-ES" dirty="0"/>
                <a:t>Objeto equipado /seleccionado</a:t>
              </a:r>
            </a:p>
          </p:txBody>
        </p:sp>
        <p:sp>
          <p:nvSpPr>
            <p:cNvPr id="56" name="CuadroTexto 55">
              <a:extLst>
                <a:ext uri="{FF2B5EF4-FFF2-40B4-BE49-F238E27FC236}">
                  <a16:creationId xmlns:a16="http://schemas.microsoft.com/office/drawing/2014/main" id="{3408A88F-FBB9-2079-3204-FC2B5D07BFD2}"/>
                </a:ext>
              </a:extLst>
            </p:cNvPr>
            <p:cNvSpPr txBox="1"/>
            <p:nvPr/>
          </p:nvSpPr>
          <p:spPr>
            <a:xfrm>
              <a:off x="4237151" y="3800611"/>
              <a:ext cx="123123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algn="ctr">
                <a:defRPr sz="1400"/>
              </a:lvl1pPr>
            </a:lstStyle>
            <a:p>
              <a:r>
                <a:rPr lang="es-ES" dirty="0"/>
                <a:t>Compra</a:t>
              </a:r>
            </a:p>
          </p:txBody>
        </p:sp>
        <p:sp>
          <p:nvSpPr>
            <p:cNvPr id="58" name="CuadroTexto 57">
              <a:extLst>
                <a:ext uri="{FF2B5EF4-FFF2-40B4-BE49-F238E27FC236}">
                  <a16:creationId xmlns:a16="http://schemas.microsoft.com/office/drawing/2014/main" id="{EFC86140-16CF-A86B-2D7A-DF3869224E5E}"/>
                </a:ext>
              </a:extLst>
            </p:cNvPr>
            <p:cNvSpPr txBox="1"/>
            <p:nvPr/>
          </p:nvSpPr>
          <p:spPr>
            <a:xfrm rot="10800000" flipV="1">
              <a:off x="7450931" y="3776158"/>
              <a:ext cx="19982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algn="ctr">
                <a:defRPr sz="1400"/>
              </a:lvl1pPr>
            </a:lstStyle>
            <a:p>
              <a:r>
                <a:rPr lang="es-ES" dirty="0"/>
                <a:t>Desbloquear</a:t>
              </a:r>
            </a:p>
          </p:txBody>
        </p:sp>
        <p:sp>
          <p:nvSpPr>
            <p:cNvPr id="61" name="CuadroTexto 60">
              <a:extLst>
                <a:ext uri="{FF2B5EF4-FFF2-40B4-BE49-F238E27FC236}">
                  <a16:creationId xmlns:a16="http://schemas.microsoft.com/office/drawing/2014/main" id="{742B1400-16AD-79F1-9332-B391BA730360}"/>
                </a:ext>
              </a:extLst>
            </p:cNvPr>
            <p:cNvSpPr txBox="1"/>
            <p:nvPr/>
          </p:nvSpPr>
          <p:spPr>
            <a:xfrm>
              <a:off x="6764592" y="2066249"/>
              <a:ext cx="34642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algn="ctr">
                <a:defRPr sz="1400"/>
              </a:lvl1pPr>
            </a:lstStyle>
            <a:p>
              <a:r>
                <a:rPr lang="es-ES" dirty="0"/>
                <a:t>Actualizar estadísticas</a:t>
              </a:r>
            </a:p>
          </p:txBody>
        </p:sp>
        <p:sp>
          <p:nvSpPr>
            <p:cNvPr id="62" name="CuadroTexto 61">
              <a:extLst>
                <a:ext uri="{FF2B5EF4-FFF2-40B4-BE49-F238E27FC236}">
                  <a16:creationId xmlns:a16="http://schemas.microsoft.com/office/drawing/2014/main" id="{E3FB92D0-0CB3-9ACD-3640-F8A03577CB8D}"/>
                </a:ext>
              </a:extLst>
            </p:cNvPr>
            <p:cNvSpPr txBox="1"/>
            <p:nvPr/>
          </p:nvSpPr>
          <p:spPr>
            <a:xfrm>
              <a:off x="6764592" y="2688523"/>
              <a:ext cx="34642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algn="ctr">
                <a:defRPr sz="1400"/>
              </a:lvl1pPr>
            </a:lstStyle>
            <a:p>
              <a:r>
                <a:rPr lang="es-ES" dirty="0"/>
                <a:t>Actualizar estadísticas</a:t>
              </a:r>
            </a:p>
          </p:txBody>
        </p:sp>
        <p:sp>
          <p:nvSpPr>
            <p:cNvPr id="2048" name="CuadroTexto 2047">
              <a:extLst>
                <a:ext uri="{FF2B5EF4-FFF2-40B4-BE49-F238E27FC236}">
                  <a16:creationId xmlns:a16="http://schemas.microsoft.com/office/drawing/2014/main" id="{F09E567B-B87A-C3C7-EFC1-0386BE65C374}"/>
                </a:ext>
              </a:extLst>
            </p:cNvPr>
            <p:cNvSpPr txBox="1"/>
            <p:nvPr/>
          </p:nvSpPr>
          <p:spPr>
            <a:xfrm>
              <a:off x="7015350" y="3241106"/>
              <a:ext cx="29695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algn="ctr">
                <a:defRPr sz="1400"/>
              </a:lvl1pPr>
            </a:lstStyle>
            <a:p>
              <a:r>
                <a:rPr lang="es-ES" dirty="0"/>
                <a:t>Actualizar inventario</a:t>
              </a:r>
            </a:p>
          </p:txBody>
        </p:sp>
        <p:sp>
          <p:nvSpPr>
            <p:cNvPr id="2051" name="CuadroTexto 2050">
              <a:extLst>
                <a:ext uri="{FF2B5EF4-FFF2-40B4-BE49-F238E27FC236}">
                  <a16:creationId xmlns:a16="http://schemas.microsoft.com/office/drawing/2014/main" id="{2F6E4625-0233-9253-06B6-C5011D95D0A4}"/>
                </a:ext>
              </a:extLst>
            </p:cNvPr>
            <p:cNvSpPr txBox="1"/>
            <p:nvPr/>
          </p:nvSpPr>
          <p:spPr>
            <a:xfrm>
              <a:off x="6995461" y="4091640"/>
              <a:ext cx="34642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algn="ctr">
                <a:defRPr sz="1400"/>
              </a:lvl1pPr>
            </a:lstStyle>
            <a:p>
              <a:r>
                <a:rPr lang="es-ES" dirty="0"/>
                <a:t>Actualizar posición del jugador</a:t>
              </a:r>
            </a:p>
          </p:txBody>
        </p:sp>
        <p:sp>
          <p:nvSpPr>
            <p:cNvPr id="2053" name="CuadroTexto 2052">
              <a:extLst>
                <a:ext uri="{FF2B5EF4-FFF2-40B4-BE49-F238E27FC236}">
                  <a16:creationId xmlns:a16="http://schemas.microsoft.com/office/drawing/2014/main" id="{787C4D12-F0DE-8C4A-FA1E-E3B1A38BE1BB}"/>
                </a:ext>
              </a:extLst>
            </p:cNvPr>
            <p:cNvSpPr txBox="1"/>
            <p:nvPr/>
          </p:nvSpPr>
          <p:spPr>
            <a:xfrm>
              <a:off x="7334984" y="4605469"/>
              <a:ext cx="23543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algn="ctr">
                <a:defRPr sz="1400"/>
              </a:lvl1pPr>
            </a:lstStyle>
            <a:p>
              <a:r>
                <a:rPr lang="es-ES" dirty="0"/>
                <a:t>Actualizar opciones</a:t>
              </a:r>
            </a:p>
          </p:txBody>
        </p:sp>
        <p:sp>
          <p:nvSpPr>
            <p:cNvPr id="2055" name="CuadroTexto 2054">
              <a:extLst>
                <a:ext uri="{FF2B5EF4-FFF2-40B4-BE49-F238E27FC236}">
                  <a16:creationId xmlns:a16="http://schemas.microsoft.com/office/drawing/2014/main" id="{11542122-D0FC-ADDC-A720-6B9102AAB168}"/>
                </a:ext>
              </a:extLst>
            </p:cNvPr>
            <p:cNvSpPr txBox="1"/>
            <p:nvPr/>
          </p:nvSpPr>
          <p:spPr>
            <a:xfrm>
              <a:off x="4114451" y="4094418"/>
              <a:ext cx="18488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algn="ctr">
                <a:defRPr sz="1400"/>
              </a:lvl1pPr>
            </a:lstStyle>
            <a:p>
              <a:r>
                <a:rPr lang="es-ES" dirty="0"/>
                <a:t>Turno finaliza</a:t>
              </a:r>
            </a:p>
          </p:txBody>
        </p:sp>
        <p:sp>
          <p:nvSpPr>
            <p:cNvPr id="2057" name="CuadroTexto 2056">
              <a:extLst>
                <a:ext uri="{FF2B5EF4-FFF2-40B4-BE49-F238E27FC236}">
                  <a16:creationId xmlns:a16="http://schemas.microsoft.com/office/drawing/2014/main" id="{023018AD-0C89-AC6A-1DA3-47A1205A6CE0}"/>
                </a:ext>
              </a:extLst>
            </p:cNvPr>
            <p:cNvSpPr txBox="1"/>
            <p:nvPr/>
          </p:nvSpPr>
          <p:spPr>
            <a:xfrm>
              <a:off x="6995461" y="5118672"/>
              <a:ext cx="34642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algn="ctr">
                <a:defRPr sz="1400"/>
              </a:lvl1pPr>
            </a:lstStyle>
            <a:p>
              <a:r>
                <a:rPr lang="es-ES" dirty="0"/>
                <a:t>Actualizar turnos restantes</a:t>
              </a:r>
            </a:p>
          </p:txBody>
        </p:sp>
        <p:sp>
          <p:nvSpPr>
            <p:cNvPr id="2059" name="CuadroTexto 2058">
              <a:extLst>
                <a:ext uri="{FF2B5EF4-FFF2-40B4-BE49-F238E27FC236}">
                  <a16:creationId xmlns:a16="http://schemas.microsoft.com/office/drawing/2014/main" id="{13706644-EE10-F930-5E0C-6442D89ECA7A}"/>
                </a:ext>
              </a:extLst>
            </p:cNvPr>
            <p:cNvSpPr txBox="1"/>
            <p:nvPr/>
          </p:nvSpPr>
          <p:spPr>
            <a:xfrm>
              <a:off x="6892547" y="5544766"/>
              <a:ext cx="39356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algn="ctr">
                <a:defRPr sz="1400"/>
              </a:lvl1pPr>
            </a:lstStyle>
            <a:p>
              <a:r>
                <a:rPr lang="es-ES" dirty="0"/>
                <a:t>Actualizar habitaciones restantes</a:t>
              </a:r>
            </a:p>
          </p:txBody>
        </p:sp>
        <p:sp>
          <p:nvSpPr>
            <p:cNvPr id="2061" name="CuadroTexto 2060">
              <a:extLst>
                <a:ext uri="{FF2B5EF4-FFF2-40B4-BE49-F238E27FC236}">
                  <a16:creationId xmlns:a16="http://schemas.microsoft.com/office/drawing/2014/main" id="{AC8357FE-80D5-F290-7ED1-DD2F5C34C300}"/>
                </a:ext>
              </a:extLst>
            </p:cNvPr>
            <p:cNvSpPr txBox="1"/>
            <p:nvPr/>
          </p:nvSpPr>
          <p:spPr>
            <a:xfrm>
              <a:off x="3858720" y="5134774"/>
              <a:ext cx="31562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algn="ctr">
                <a:defRPr sz="1400"/>
              </a:lvl1pPr>
            </a:lstStyle>
            <a:p>
              <a:r>
                <a:rPr lang="es-ES" dirty="0"/>
                <a:t>Se pasa de habitación</a:t>
              </a:r>
            </a:p>
          </p:txBody>
        </p:sp>
        <p:sp>
          <p:nvSpPr>
            <p:cNvPr id="2063" name="CuadroTexto 2062">
              <a:extLst>
                <a:ext uri="{FF2B5EF4-FFF2-40B4-BE49-F238E27FC236}">
                  <a16:creationId xmlns:a16="http://schemas.microsoft.com/office/drawing/2014/main" id="{7A9BE09C-C43E-8C0F-1ACA-8B151776F9A0}"/>
                </a:ext>
              </a:extLst>
            </p:cNvPr>
            <p:cNvSpPr txBox="1"/>
            <p:nvPr/>
          </p:nvSpPr>
          <p:spPr>
            <a:xfrm>
              <a:off x="4114451" y="5552472"/>
              <a:ext cx="23543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algn="ctr">
                <a:defRPr sz="1400"/>
              </a:lvl1pPr>
            </a:lstStyle>
            <a:p>
              <a:r>
                <a:rPr lang="es-ES" dirty="0"/>
                <a:t>Seleccionar casilla</a:t>
              </a:r>
            </a:p>
          </p:txBody>
        </p:sp>
        <p:sp>
          <p:nvSpPr>
            <p:cNvPr id="2065" name="CuadroTexto 2064">
              <a:extLst>
                <a:ext uri="{FF2B5EF4-FFF2-40B4-BE49-F238E27FC236}">
                  <a16:creationId xmlns:a16="http://schemas.microsoft.com/office/drawing/2014/main" id="{664A2B4E-F0D2-87BE-CA58-B854491BACA7}"/>
                </a:ext>
              </a:extLst>
            </p:cNvPr>
            <p:cNvSpPr txBox="1"/>
            <p:nvPr/>
          </p:nvSpPr>
          <p:spPr>
            <a:xfrm>
              <a:off x="7210048" y="5908747"/>
              <a:ext cx="28483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algn="ctr">
                <a:defRPr sz="1400"/>
              </a:lvl1pPr>
            </a:lstStyle>
            <a:p>
              <a:r>
                <a:rPr lang="es-ES" dirty="0"/>
                <a:t>Actualizar distancia</a:t>
              </a:r>
            </a:p>
          </p:txBody>
        </p:sp>
        <p:sp>
          <p:nvSpPr>
            <p:cNvPr id="2067" name="CuadroTexto 2066">
              <a:extLst>
                <a:ext uri="{FF2B5EF4-FFF2-40B4-BE49-F238E27FC236}">
                  <a16:creationId xmlns:a16="http://schemas.microsoft.com/office/drawing/2014/main" id="{815F80D9-4D07-E96F-18DC-832D5362F607}"/>
                </a:ext>
              </a:extLst>
            </p:cNvPr>
            <p:cNvSpPr txBox="1"/>
            <p:nvPr/>
          </p:nvSpPr>
          <p:spPr>
            <a:xfrm>
              <a:off x="4044217" y="5924642"/>
              <a:ext cx="28483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algn="ctr">
                <a:defRPr sz="1400"/>
              </a:lvl1pPr>
            </a:lstStyle>
            <a:p>
              <a:r>
                <a:rPr lang="es-ES" dirty="0"/>
                <a:t>Se desarrolla la partida</a:t>
              </a:r>
            </a:p>
          </p:txBody>
        </p:sp>
        <p:sp>
          <p:nvSpPr>
            <p:cNvPr id="2069" name="CuadroTexto 2068">
              <a:extLst>
                <a:ext uri="{FF2B5EF4-FFF2-40B4-BE49-F238E27FC236}">
                  <a16:creationId xmlns:a16="http://schemas.microsoft.com/office/drawing/2014/main" id="{21A78F01-9A49-3C19-FBC4-4A4A0153F384}"/>
                </a:ext>
              </a:extLst>
            </p:cNvPr>
            <p:cNvSpPr txBox="1"/>
            <p:nvPr/>
          </p:nvSpPr>
          <p:spPr>
            <a:xfrm>
              <a:off x="7503854" y="6271747"/>
              <a:ext cx="227047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algn="ctr">
                <a:defRPr sz="1400"/>
              </a:lvl1pPr>
            </a:lstStyle>
            <a:p>
              <a:r>
                <a:rPr lang="es-ES" dirty="0"/>
                <a:t> Actualizar registro</a:t>
              </a:r>
            </a:p>
          </p:txBody>
        </p:sp>
        <p:sp>
          <p:nvSpPr>
            <p:cNvPr id="2071" name="CuadroTexto 2070">
              <a:extLst>
                <a:ext uri="{FF2B5EF4-FFF2-40B4-BE49-F238E27FC236}">
                  <a16:creationId xmlns:a16="http://schemas.microsoft.com/office/drawing/2014/main" id="{F5A49614-37A0-C58E-D194-8A72E1840AC3}"/>
                </a:ext>
              </a:extLst>
            </p:cNvPr>
            <p:cNvSpPr txBox="1"/>
            <p:nvPr/>
          </p:nvSpPr>
          <p:spPr>
            <a:xfrm>
              <a:off x="10941908" y="3108395"/>
              <a:ext cx="13624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algn="ctr">
                <a:defRPr sz="1400"/>
              </a:lvl1pPr>
            </a:lstStyle>
            <a:p>
              <a:r>
                <a:rPr lang="es-ES" dirty="0"/>
                <a:t>Guardar cambios</a:t>
              </a:r>
            </a:p>
          </p:txBody>
        </p:sp>
        <p:sp>
          <p:nvSpPr>
            <p:cNvPr id="2072" name="CuadroTexto 2071">
              <a:extLst>
                <a:ext uri="{FF2B5EF4-FFF2-40B4-BE49-F238E27FC236}">
                  <a16:creationId xmlns:a16="http://schemas.microsoft.com/office/drawing/2014/main" id="{A8148DAC-DCC3-C0C2-BBB6-52EE920B88F6}"/>
                </a:ext>
              </a:extLst>
            </p:cNvPr>
            <p:cNvSpPr txBox="1"/>
            <p:nvPr/>
          </p:nvSpPr>
          <p:spPr>
            <a:xfrm>
              <a:off x="-419506" y="3696738"/>
              <a:ext cx="196645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algn="ctr">
                <a:defRPr sz="1400"/>
              </a:lvl1pPr>
            </a:lstStyle>
            <a:p>
              <a:r>
                <a:rPr lang="es-ES" dirty="0"/>
                <a:t>JUGADOR</a:t>
              </a:r>
            </a:p>
          </p:txBody>
        </p:sp>
        <p:pic>
          <p:nvPicPr>
            <p:cNvPr id="2073" name="Imagen 2072">
              <a:extLst>
                <a:ext uri="{FF2B5EF4-FFF2-40B4-BE49-F238E27FC236}">
                  <a16:creationId xmlns:a16="http://schemas.microsoft.com/office/drawing/2014/main" id="{04C99CA4-87A3-ECF5-9BEC-D4360EDEF9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332" t="20199" r="51080" b="17346"/>
            <a:stretch>
              <a:fillRect/>
            </a:stretch>
          </p:blipFill>
          <p:spPr>
            <a:xfrm>
              <a:off x="236751" y="2738395"/>
              <a:ext cx="653938" cy="1006922"/>
            </a:xfrm>
            <a:prstGeom prst="rect">
              <a:avLst/>
            </a:prstGeom>
          </p:spPr>
        </p:pic>
        <p:cxnSp>
          <p:nvCxnSpPr>
            <p:cNvPr id="2074" name="Conector recto de flecha 2073">
              <a:extLst>
                <a:ext uri="{FF2B5EF4-FFF2-40B4-BE49-F238E27FC236}">
                  <a16:creationId xmlns:a16="http://schemas.microsoft.com/office/drawing/2014/main" id="{F30FEED2-1A2C-79F9-7246-DD01ACEE7886}"/>
                </a:ext>
              </a:extLst>
            </p:cNvPr>
            <p:cNvCxnSpPr>
              <a:cxnSpLocks/>
            </p:cNvCxnSpPr>
            <p:nvPr/>
          </p:nvCxnSpPr>
          <p:spPr>
            <a:xfrm>
              <a:off x="854667" y="3391423"/>
              <a:ext cx="475962" cy="0"/>
            </a:xfrm>
            <a:prstGeom prst="straightConnector1">
              <a:avLst/>
            </a:prstGeom>
            <a:ln w="28575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6" name="Conector recto de flecha 2075">
              <a:extLst>
                <a:ext uri="{FF2B5EF4-FFF2-40B4-BE49-F238E27FC236}">
                  <a16:creationId xmlns:a16="http://schemas.microsoft.com/office/drawing/2014/main" id="{3D0191BA-3491-68BD-279B-DF5CC53CBB45}"/>
                </a:ext>
              </a:extLst>
            </p:cNvPr>
            <p:cNvCxnSpPr>
              <a:cxnSpLocks/>
            </p:cNvCxnSpPr>
            <p:nvPr/>
          </p:nvCxnSpPr>
          <p:spPr>
            <a:xfrm>
              <a:off x="2247078" y="3391423"/>
              <a:ext cx="475962" cy="0"/>
            </a:xfrm>
            <a:prstGeom prst="straightConnector1">
              <a:avLst/>
            </a:prstGeom>
            <a:ln w="28575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79" name="Abrir llave 2078">
              <a:extLst>
                <a:ext uri="{FF2B5EF4-FFF2-40B4-BE49-F238E27FC236}">
                  <a16:creationId xmlns:a16="http://schemas.microsoft.com/office/drawing/2014/main" id="{034F3BA0-EA08-3E30-4C36-AACB65D36E21}"/>
                </a:ext>
              </a:extLst>
            </p:cNvPr>
            <p:cNvSpPr/>
            <p:nvPr/>
          </p:nvSpPr>
          <p:spPr>
            <a:xfrm>
              <a:off x="4164178" y="737235"/>
              <a:ext cx="343791" cy="1202973"/>
            </a:xfrm>
            <a:prstGeom prst="leftBrace">
              <a:avLst>
                <a:gd name="adj1" fmla="val 29222"/>
                <a:gd name="adj2" fmla="val 50000"/>
              </a:avLst>
            </a:prstGeom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080" name="Abrir llave 2079">
              <a:extLst>
                <a:ext uri="{FF2B5EF4-FFF2-40B4-BE49-F238E27FC236}">
                  <a16:creationId xmlns:a16="http://schemas.microsoft.com/office/drawing/2014/main" id="{824286CA-1234-6D1F-7E0C-ACD1ECC29BA8}"/>
                </a:ext>
              </a:extLst>
            </p:cNvPr>
            <p:cNvSpPr/>
            <p:nvPr/>
          </p:nvSpPr>
          <p:spPr>
            <a:xfrm>
              <a:off x="4271050" y="3861957"/>
              <a:ext cx="225984" cy="485787"/>
            </a:xfrm>
            <a:prstGeom prst="leftBrace">
              <a:avLst>
                <a:gd name="adj1" fmla="val 29222"/>
                <a:gd name="adj2" fmla="val 50000"/>
              </a:avLst>
            </a:prstGeom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cxnSp>
          <p:nvCxnSpPr>
            <p:cNvPr id="2081" name="Conector recto de flecha 2080">
              <a:extLst>
                <a:ext uri="{FF2B5EF4-FFF2-40B4-BE49-F238E27FC236}">
                  <a16:creationId xmlns:a16="http://schemas.microsoft.com/office/drawing/2014/main" id="{13FA1187-D52F-5017-97D9-D8560C05B474}"/>
                </a:ext>
              </a:extLst>
            </p:cNvPr>
            <p:cNvCxnSpPr>
              <a:cxnSpLocks/>
            </p:cNvCxnSpPr>
            <p:nvPr/>
          </p:nvCxnSpPr>
          <p:spPr>
            <a:xfrm>
              <a:off x="6180659" y="895102"/>
              <a:ext cx="1547494" cy="0"/>
            </a:xfrm>
            <a:prstGeom prst="straightConnector1">
              <a:avLst/>
            </a:prstGeom>
            <a:ln w="28575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3" name="Conector recto de flecha 2082">
              <a:extLst>
                <a:ext uri="{FF2B5EF4-FFF2-40B4-BE49-F238E27FC236}">
                  <a16:creationId xmlns:a16="http://schemas.microsoft.com/office/drawing/2014/main" id="{B856A78D-EF5F-15CA-CAE2-FF0A1759D52D}"/>
                </a:ext>
              </a:extLst>
            </p:cNvPr>
            <p:cNvCxnSpPr>
              <a:cxnSpLocks/>
            </p:cNvCxnSpPr>
            <p:nvPr/>
          </p:nvCxnSpPr>
          <p:spPr>
            <a:xfrm>
              <a:off x="6106917" y="1164954"/>
              <a:ext cx="1547494" cy="0"/>
            </a:xfrm>
            <a:prstGeom prst="straightConnector1">
              <a:avLst/>
            </a:prstGeom>
            <a:ln w="28575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4" name="Conector recto de flecha 2083">
              <a:extLst>
                <a:ext uri="{FF2B5EF4-FFF2-40B4-BE49-F238E27FC236}">
                  <a16:creationId xmlns:a16="http://schemas.microsoft.com/office/drawing/2014/main" id="{C52DF4F3-418A-E535-305E-1D22C69B619F}"/>
                </a:ext>
              </a:extLst>
            </p:cNvPr>
            <p:cNvCxnSpPr>
              <a:cxnSpLocks/>
            </p:cNvCxnSpPr>
            <p:nvPr/>
          </p:nvCxnSpPr>
          <p:spPr>
            <a:xfrm>
              <a:off x="6195542" y="1450625"/>
              <a:ext cx="1304549" cy="0"/>
            </a:xfrm>
            <a:prstGeom prst="straightConnector1">
              <a:avLst/>
            </a:prstGeom>
            <a:ln w="28575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6" name="Conector recto de flecha 2085">
              <a:extLst>
                <a:ext uri="{FF2B5EF4-FFF2-40B4-BE49-F238E27FC236}">
                  <a16:creationId xmlns:a16="http://schemas.microsoft.com/office/drawing/2014/main" id="{8E769CFF-DEA1-7918-4F7D-0AE274B3C25A}"/>
                </a:ext>
              </a:extLst>
            </p:cNvPr>
            <p:cNvCxnSpPr>
              <a:cxnSpLocks/>
            </p:cNvCxnSpPr>
            <p:nvPr/>
          </p:nvCxnSpPr>
          <p:spPr>
            <a:xfrm>
              <a:off x="6315080" y="1755424"/>
              <a:ext cx="1306758" cy="0"/>
            </a:xfrm>
            <a:prstGeom prst="straightConnector1">
              <a:avLst/>
            </a:prstGeom>
            <a:ln w="28575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8" name="Conector recto de flecha 2087">
              <a:extLst>
                <a:ext uri="{FF2B5EF4-FFF2-40B4-BE49-F238E27FC236}">
                  <a16:creationId xmlns:a16="http://schemas.microsoft.com/office/drawing/2014/main" id="{DCDC9A05-4A7C-3F0D-1D65-4D6D9FD250D2}"/>
                </a:ext>
              </a:extLst>
            </p:cNvPr>
            <p:cNvCxnSpPr>
              <a:cxnSpLocks/>
            </p:cNvCxnSpPr>
            <p:nvPr/>
          </p:nvCxnSpPr>
          <p:spPr>
            <a:xfrm>
              <a:off x="6054680" y="2217542"/>
              <a:ext cx="1455243" cy="0"/>
            </a:xfrm>
            <a:prstGeom prst="straightConnector1">
              <a:avLst/>
            </a:prstGeom>
            <a:ln w="28575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0" name="Conector recto de flecha 2089">
              <a:extLst>
                <a:ext uri="{FF2B5EF4-FFF2-40B4-BE49-F238E27FC236}">
                  <a16:creationId xmlns:a16="http://schemas.microsoft.com/office/drawing/2014/main" id="{C636220A-6A10-D2CD-502F-005E48A44C8C}"/>
                </a:ext>
              </a:extLst>
            </p:cNvPr>
            <p:cNvCxnSpPr>
              <a:cxnSpLocks/>
            </p:cNvCxnSpPr>
            <p:nvPr/>
          </p:nvCxnSpPr>
          <p:spPr>
            <a:xfrm>
              <a:off x="6000677" y="2807476"/>
              <a:ext cx="1547494" cy="0"/>
            </a:xfrm>
            <a:prstGeom prst="straightConnector1">
              <a:avLst/>
            </a:prstGeom>
            <a:ln w="28575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1" name="Conector recto de flecha 2090">
              <a:extLst>
                <a:ext uri="{FF2B5EF4-FFF2-40B4-BE49-F238E27FC236}">
                  <a16:creationId xmlns:a16="http://schemas.microsoft.com/office/drawing/2014/main" id="{D8E5907F-EAF2-9777-CE04-73C69527F5E1}"/>
                </a:ext>
              </a:extLst>
            </p:cNvPr>
            <p:cNvCxnSpPr>
              <a:cxnSpLocks/>
            </p:cNvCxnSpPr>
            <p:nvPr/>
          </p:nvCxnSpPr>
          <p:spPr>
            <a:xfrm>
              <a:off x="6490304" y="3397412"/>
              <a:ext cx="1049400" cy="0"/>
            </a:xfrm>
            <a:prstGeom prst="straightConnector1">
              <a:avLst/>
            </a:prstGeom>
            <a:ln w="28575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3" name="Conector recto de flecha 2092">
              <a:extLst>
                <a:ext uri="{FF2B5EF4-FFF2-40B4-BE49-F238E27FC236}">
                  <a16:creationId xmlns:a16="http://schemas.microsoft.com/office/drawing/2014/main" id="{02A0C0D1-1FB9-968E-90CF-9969EA2052CC}"/>
                </a:ext>
              </a:extLst>
            </p:cNvPr>
            <p:cNvCxnSpPr>
              <a:cxnSpLocks/>
            </p:cNvCxnSpPr>
            <p:nvPr/>
          </p:nvCxnSpPr>
          <p:spPr>
            <a:xfrm>
              <a:off x="5345053" y="3954500"/>
              <a:ext cx="2383100" cy="0"/>
            </a:xfrm>
            <a:prstGeom prst="straightConnector1">
              <a:avLst/>
            </a:prstGeom>
            <a:ln w="28575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5" name="Conector recto de flecha 2094">
              <a:extLst>
                <a:ext uri="{FF2B5EF4-FFF2-40B4-BE49-F238E27FC236}">
                  <a16:creationId xmlns:a16="http://schemas.microsoft.com/office/drawing/2014/main" id="{3C875E54-22A5-17D9-2BBB-F3F6BF98020A}"/>
                </a:ext>
              </a:extLst>
            </p:cNvPr>
            <p:cNvCxnSpPr>
              <a:cxnSpLocks/>
            </p:cNvCxnSpPr>
            <p:nvPr/>
          </p:nvCxnSpPr>
          <p:spPr>
            <a:xfrm>
              <a:off x="5702710" y="4238063"/>
              <a:ext cx="1748221" cy="0"/>
            </a:xfrm>
            <a:prstGeom prst="straightConnector1">
              <a:avLst/>
            </a:prstGeom>
            <a:ln w="28575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8" name="Conector recto de flecha 2097">
              <a:extLst>
                <a:ext uri="{FF2B5EF4-FFF2-40B4-BE49-F238E27FC236}">
                  <a16:creationId xmlns:a16="http://schemas.microsoft.com/office/drawing/2014/main" id="{108E41F9-43C2-2685-4051-4CAAFC090BFC}"/>
                </a:ext>
              </a:extLst>
            </p:cNvPr>
            <p:cNvCxnSpPr>
              <a:cxnSpLocks/>
            </p:cNvCxnSpPr>
            <p:nvPr/>
          </p:nvCxnSpPr>
          <p:spPr>
            <a:xfrm>
              <a:off x="4449397" y="4764096"/>
              <a:ext cx="3205014" cy="0"/>
            </a:xfrm>
            <a:prstGeom prst="straightConnector1">
              <a:avLst/>
            </a:prstGeom>
            <a:ln w="28575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0" name="Conector recto de flecha 2099">
              <a:extLst>
                <a:ext uri="{FF2B5EF4-FFF2-40B4-BE49-F238E27FC236}">
                  <a16:creationId xmlns:a16="http://schemas.microsoft.com/office/drawing/2014/main" id="{DBABCE82-9304-9B57-9FB0-40142E4F4E7F}"/>
                </a:ext>
              </a:extLst>
            </p:cNvPr>
            <p:cNvCxnSpPr>
              <a:cxnSpLocks/>
            </p:cNvCxnSpPr>
            <p:nvPr/>
          </p:nvCxnSpPr>
          <p:spPr>
            <a:xfrm>
              <a:off x="6374811" y="5285205"/>
              <a:ext cx="1217531" cy="0"/>
            </a:xfrm>
            <a:prstGeom prst="straightConnector1">
              <a:avLst/>
            </a:prstGeom>
            <a:ln w="28575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2" name="Conector recto de flecha 2101">
              <a:extLst>
                <a:ext uri="{FF2B5EF4-FFF2-40B4-BE49-F238E27FC236}">
                  <a16:creationId xmlns:a16="http://schemas.microsoft.com/office/drawing/2014/main" id="{776D2A40-3406-047F-92B7-2DF7DFA47B54}"/>
                </a:ext>
              </a:extLst>
            </p:cNvPr>
            <p:cNvCxnSpPr>
              <a:cxnSpLocks/>
            </p:cNvCxnSpPr>
            <p:nvPr/>
          </p:nvCxnSpPr>
          <p:spPr>
            <a:xfrm>
              <a:off x="6126581" y="5698161"/>
              <a:ext cx="1344014" cy="0"/>
            </a:xfrm>
            <a:prstGeom prst="straightConnector1">
              <a:avLst/>
            </a:prstGeom>
            <a:ln w="28575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4" name="Conector recto de flecha 2103">
              <a:extLst>
                <a:ext uri="{FF2B5EF4-FFF2-40B4-BE49-F238E27FC236}">
                  <a16:creationId xmlns:a16="http://schemas.microsoft.com/office/drawing/2014/main" id="{1FA173DB-1431-3964-5C13-ED6A0BF0F743}"/>
                </a:ext>
              </a:extLst>
            </p:cNvPr>
            <p:cNvCxnSpPr>
              <a:cxnSpLocks/>
            </p:cNvCxnSpPr>
            <p:nvPr/>
          </p:nvCxnSpPr>
          <p:spPr>
            <a:xfrm>
              <a:off x="6490304" y="6061954"/>
              <a:ext cx="1237849" cy="0"/>
            </a:xfrm>
            <a:prstGeom prst="straightConnector1">
              <a:avLst/>
            </a:prstGeom>
            <a:ln w="28575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6" name="Conector recto de flecha 2105">
              <a:extLst>
                <a:ext uri="{FF2B5EF4-FFF2-40B4-BE49-F238E27FC236}">
                  <a16:creationId xmlns:a16="http://schemas.microsoft.com/office/drawing/2014/main" id="{72856006-2E22-578F-1C61-36E8ED1CE506}"/>
                </a:ext>
              </a:extLst>
            </p:cNvPr>
            <p:cNvCxnSpPr>
              <a:cxnSpLocks/>
            </p:cNvCxnSpPr>
            <p:nvPr/>
          </p:nvCxnSpPr>
          <p:spPr>
            <a:xfrm>
              <a:off x="4375352" y="6450328"/>
              <a:ext cx="3451124" cy="0"/>
            </a:xfrm>
            <a:prstGeom prst="straightConnector1">
              <a:avLst/>
            </a:prstGeom>
            <a:ln w="28575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Abrir llave 2">
              <a:extLst>
                <a:ext uri="{FF2B5EF4-FFF2-40B4-BE49-F238E27FC236}">
                  <a16:creationId xmlns:a16="http://schemas.microsoft.com/office/drawing/2014/main" id="{45C3FB93-99B5-C334-205F-155011D313C5}"/>
                </a:ext>
              </a:extLst>
            </p:cNvPr>
            <p:cNvSpPr/>
            <p:nvPr/>
          </p:nvSpPr>
          <p:spPr>
            <a:xfrm>
              <a:off x="2911028" y="214016"/>
              <a:ext cx="343791" cy="6365508"/>
            </a:xfrm>
            <a:prstGeom prst="leftBrace">
              <a:avLst>
                <a:gd name="adj1" fmla="val 29222"/>
                <a:gd name="adj2" fmla="val 50000"/>
              </a:avLst>
            </a:prstGeom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" name="Abrir llave 3">
              <a:extLst>
                <a:ext uri="{FF2B5EF4-FFF2-40B4-BE49-F238E27FC236}">
                  <a16:creationId xmlns:a16="http://schemas.microsoft.com/office/drawing/2014/main" id="{A82A1B14-3539-3A95-F8C6-30E0BF7D5C77}"/>
                </a:ext>
              </a:extLst>
            </p:cNvPr>
            <p:cNvSpPr/>
            <p:nvPr/>
          </p:nvSpPr>
          <p:spPr>
            <a:xfrm flipH="1">
              <a:off x="10143703" y="214015"/>
              <a:ext cx="343791" cy="6318459"/>
            </a:xfrm>
            <a:prstGeom prst="leftBrace">
              <a:avLst>
                <a:gd name="adj1" fmla="val 29222"/>
                <a:gd name="adj2" fmla="val 50000"/>
              </a:avLst>
            </a:prstGeom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cxnSp>
          <p:nvCxnSpPr>
            <p:cNvPr id="5" name="Conector recto de flecha 4">
              <a:extLst>
                <a:ext uri="{FF2B5EF4-FFF2-40B4-BE49-F238E27FC236}">
                  <a16:creationId xmlns:a16="http://schemas.microsoft.com/office/drawing/2014/main" id="{EC4413F2-D4B6-BF1A-2EA2-EF4EECEC2E2D}"/>
                </a:ext>
              </a:extLst>
            </p:cNvPr>
            <p:cNvCxnSpPr>
              <a:cxnSpLocks/>
            </p:cNvCxnSpPr>
            <p:nvPr/>
          </p:nvCxnSpPr>
          <p:spPr>
            <a:xfrm>
              <a:off x="10620981" y="3370005"/>
              <a:ext cx="475962" cy="0"/>
            </a:xfrm>
            <a:prstGeom prst="straightConnector1">
              <a:avLst/>
            </a:prstGeom>
            <a:ln w="28575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CuadroTexto 9">
            <a:extLst>
              <a:ext uri="{FF2B5EF4-FFF2-40B4-BE49-F238E27FC236}">
                <a16:creationId xmlns:a16="http://schemas.microsoft.com/office/drawing/2014/main" id="{276D0114-26E4-2474-9A61-2491F1BD5656}"/>
              </a:ext>
            </a:extLst>
          </p:cNvPr>
          <p:cNvSpPr txBox="1"/>
          <p:nvPr/>
        </p:nvSpPr>
        <p:spPr>
          <a:xfrm>
            <a:off x="-268945" y="615984"/>
            <a:ext cx="353378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/>
              <a:t>BORRADOR: </a:t>
            </a:r>
            <a:r>
              <a:rPr lang="es-ES" sz="2800" dirty="0"/>
              <a:t>DIAGRAMA DE SECUENCIA</a:t>
            </a:r>
          </a:p>
        </p:txBody>
      </p:sp>
    </p:spTree>
    <p:extLst>
      <p:ext uri="{BB962C8B-B14F-4D97-AF65-F5344CB8AC3E}">
        <p14:creationId xmlns:p14="http://schemas.microsoft.com/office/powerpoint/2010/main" val="3115128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4" name="Grupo 343">
            <a:extLst>
              <a:ext uri="{FF2B5EF4-FFF2-40B4-BE49-F238E27FC236}">
                <a16:creationId xmlns:a16="http://schemas.microsoft.com/office/drawing/2014/main" id="{2F8D6B68-FFD3-F47F-FB99-9D98315BDEC8}"/>
              </a:ext>
            </a:extLst>
          </p:cNvPr>
          <p:cNvGrpSpPr/>
          <p:nvPr/>
        </p:nvGrpSpPr>
        <p:grpSpPr>
          <a:xfrm>
            <a:off x="2921526" y="134174"/>
            <a:ext cx="6348948" cy="6589652"/>
            <a:chOff x="1495376" y="133459"/>
            <a:chExt cx="6348948" cy="6589652"/>
          </a:xfrm>
        </p:grpSpPr>
        <p:grpSp>
          <p:nvGrpSpPr>
            <p:cNvPr id="201" name="Grupo 200">
              <a:extLst>
                <a:ext uri="{FF2B5EF4-FFF2-40B4-BE49-F238E27FC236}">
                  <a16:creationId xmlns:a16="http://schemas.microsoft.com/office/drawing/2014/main" id="{99788D21-672E-384F-E70A-EB26FEDB0623}"/>
                </a:ext>
              </a:extLst>
            </p:cNvPr>
            <p:cNvGrpSpPr/>
            <p:nvPr/>
          </p:nvGrpSpPr>
          <p:grpSpPr>
            <a:xfrm>
              <a:off x="1495376" y="134889"/>
              <a:ext cx="3451519" cy="6588222"/>
              <a:chOff x="1495376" y="134889"/>
              <a:chExt cx="3451519" cy="6588222"/>
            </a:xfrm>
          </p:grpSpPr>
          <p:grpSp>
            <p:nvGrpSpPr>
              <p:cNvPr id="193" name="Grupo 192">
                <a:extLst>
                  <a:ext uri="{FF2B5EF4-FFF2-40B4-BE49-F238E27FC236}">
                    <a16:creationId xmlns:a16="http://schemas.microsoft.com/office/drawing/2014/main" id="{17BECAC8-793C-73F0-8813-D025BD0662FC}"/>
                  </a:ext>
                </a:extLst>
              </p:cNvPr>
              <p:cNvGrpSpPr/>
              <p:nvPr/>
            </p:nvGrpSpPr>
            <p:grpSpPr>
              <a:xfrm>
                <a:off x="1495376" y="134889"/>
                <a:ext cx="3392132" cy="6588222"/>
                <a:chOff x="-28624" y="-9509"/>
                <a:chExt cx="3392132" cy="6588222"/>
              </a:xfrm>
            </p:grpSpPr>
            <p:grpSp>
              <p:nvGrpSpPr>
                <p:cNvPr id="183" name="Grupo 182">
                  <a:extLst>
                    <a:ext uri="{FF2B5EF4-FFF2-40B4-BE49-F238E27FC236}">
                      <a16:creationId xmlns:a16="http://schemas.microsoft.com/office/drawing/2014/main" id="{8C9863A1-BC57-8841-9A4A-D42D8ADBA9BC}"/>
                    </a:ext>
                  </a:extLst>
                </p:cNvPr>
                <p:cNvGrpSpPr/>
                <p:nvPr/>
              </p:nvGrpSpPr>
              <p:grpSpPr>
                <a:xfrm>
                  <a:off x="408375" y="279287"/>
                  <a:ext cx="2955133" cy="6299426"/>
                  <a:chOff x="5550646" y="-23639"/>
                  <a:chExt cx="2955133" cy="6299426"/>
                </a:xfrm>
              </p:grpSpPr>
              <p:grpSp>
                <p:nvGrpSpPr>
                  <p:cNvPr id="2" name="Grupo 1">
                    <a:extLst>
                      <a:ext uri="{FF2B5EF4-FFF2-40B4-BE49-F238E27FC236}">
                        <a16:creationId xmlns:a16="http://schemas.microsoft.com/office/drawing/2014/main" id="{12ABE2D9-7F9B-7FDA-1113-492AB76F9E60}"/>
                      </a:ext>
                    </a:extLst>
                  </p:cNvPr>
                  <p:cNvGrpSpPr/>
                  <p:nvPr/>
                </p:nvGrpSpPr>
                <p:grpSpPr>
                  <a:xfrm>
                    <a:off x="5553102" y="2331734"/>
                    <a:ext cx="2952677" cy="660959"/>
                    <a:chOff x="2628793" y="1850276"/>
                    <a:chExt cx="2952677" cy="660959"/>
                  </a:xfrm>
                </p:grpSpPr>
                <p:sp>
                  <p:nvSpPr>
                    <p:cNvPr id="3" name="CuadroTexto 2">
                      <a:extLst>
                        <a:ext uri="{FF2B5EF4-FFF2-40B4-BE49-F238E27FC236}">
                          <a16:creationId xmlns:a16="http://schemas.microsoft.com/office/drawing/2014/main" id="{BA6A5BF2-C731-6C93-DD71-C40852E307C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078027" y="1850276"/>
                      <a:ext cx="1696458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>
                      <a:defPPr>
                        <a:defRPr lang="es-ES"/>
                      </a:defPPr>
                      <a:lvl1pPr algn="ctr">
                        <a:defRPr sz="1400"/>
                      </a:lvl1pPr>
                    </a:lstStyle>
                    <a:p>
                      <a:r>
                        <a:rPr lang="es-ES" sz="1200" b="1" dirty="0"/>
                        <a:t>Inventario</a:t>
                      </a:r>
                    </a:p>
                  </p:txBody>
                </p:sp>
                <p:sp>
                  <p:nvSpPr>
                    <p:cNvPr id="4" name="CuadroTexto 3">
                      <a:extLst>
                        <a:ext uri="{FF2B5EF4-FFF2-40B4-BE49-F238E27FC236}">
                          <a16:creationId xmlns:a16="http://schemas.microsoft.com/office/drawing/2014/main" id="{C507D900-5CE9-856D-8F58-2141BEED55F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916496" y="2075457"/>
                      <a:ext cx="2664974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>
                      <a:defPPr>
                        <a:defRPr lang="es-ES"/>
                      </a:defPPr>
                      <a:lvl1pPr algn="ctr">
                        <a:defRPr sz="1400"/>
                      </a:lvl1pPr>
                    </a:lstStyle>
                    <a:p>
                      <a:pPr algn="l"/>
                      <a:r>
                        <a:rPr lang="es-ES" sz="1100" dirty="0"/>
                        <a:t>Objeto equipado/seleccionado</a:t>
                      </a:r>
                    </a:p>
                  </p:txBody>
                </p:sp>
                <p:grpSp>
                  <p:nvGrpSpPr>
                    <p:cNvPr id="5" name="Grupo 4">
                      <a:extLst>
                        <a:ext uri="{FF2B5EF4-FFF2-40B4-BE49-F238E27FC236}">
                          <a16:creationId xmlns:a16="http://schemas.microsoft.com/office/drawing/2014/main" id="{7CD6DD0D-7AFF-CA6A-ABE0-A23E66637CA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628793" y="1986857"/>
                      <a:ext cx="449234" cy="522457"/>
                      <a:chOff x="2625521" y="540563"/>
                      <a:chExt cx="449234" cy="1237515"/>
                    </a:xfrm>
                  </p:grpSpPr>
                  <p:sp>
                    <p:nvSpPr>
                      <p:cNvPr id="10" name="Rectángulo 9">
                        <a:extLst>
                          <a:ext uri="{FF2B5EF4-FFF2-40B4-BE49-F238E27FC236}">
                            <a16:creationId xmlns:a16="http://schemas.microsoft.com/office/drawing/2014/main" id="{B0FBAC03-E6EE-CCDB-0ED9-8BAAD561B6F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625521" y="540563"/>
                        <a:ext cx="176977" cy="1237515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>
                        <a:solidFill>
                          <a:schemeClr val="accent5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endParaRPr lang="es-ES" dirty="0">
                          <a:solidFill>
                            <a:schemeClr val="accent5">
                              <a:lumMod val="75000"/>
                            </a:schemeClr>
                          </a:solidFill>
                        </a:endParaRPr>
                      </a:p>
                    </p:txBody>
                  </p:sp>
                  <p:cxnSp>
                    <p:nvCxnSpPr>
                      <p:cNvPr id="11" name="Conector recto 10">
                        <a:extLst>
                          <a:ext uri="{FF2B5EF4-FFF2-40B4-BE49-F238E27FC236}">
                            <a16:creationId xmlns:a16="http://schemas.microsoft.com/office/drawing/2014/main" id="{479C5CFF-2591-200B-3A69-EA53B8760B05}"/>
                          </a:ext>
                        </a:extLst>
                      </p:cNvPr>
                      <p:cNvCxnSpPr>
                        <a:cxnSpLocks/>
                        <a:stCxn id="10" idx="0"/>
                        <a:endCxn id="3" idx="1"/>
                      </p:cNvCxnSpPr>
                      <p:nvPr/>
                    </p:nvCxnSpPr>
                    <p:spPr>
                      <a:xfrm>
                        <a:off x="2714010" y="540563"/>
                        <a:ext cx="360745" cy="4545"/>
                      </a:xfrm>
                      <a:prstGeom prst="line">
                        <a:avLst/>
                      </a:prstGeom>
                      <a:ln>
                        <a:solidFill>
                          <a:schemeClr val="accent5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6" name="Conector recto de flecha 5">
                      <a:extLst>
                        <a:ext uri="{FF2B5EF4-FFF2-40B4-BE49-F238E27FC236}">
                          <a16:creationId xmlns:a16="http://schemas.microsoft.com/office/drawing/2014/main" id="{F4560591-2D8E-B4A1-5AE8-045B6916D6D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775402" y="2327859"/>
                      <a:ext cx="2160591" cy="0"/>
                    </a:xfrm>
                    <a:prstGeom prst="straightConnector1">
                      <a:avLst/>
                    </a:prstGeom>
                    <a:ln w="9525">
                      <a:solidFill>
                        <a:schemeClr val="accent5">
                          <a:lumMod val="75000"/>
                        </a:schemeClr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7" name="Grupo 6">
                      <a:extLst>
                        <a:ext uri="{FF2B5EF4-FFF2-40B4-BE49-F238E27FC236}">
                          <a16:creationId xmlns:a16="http://schemas.microsoft.com/office/drawing/2014/main" id="{595C56BA-039B-A8AB-FAFE-C6695D80B7A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74485" y="1988776"/>
                      <a:ext cx="412488" cy="522459"/>
                      <a:chOff x="4760374" y="534978"/>
                      <a:chExt cx="412488" cy="1219830"/>
                    </a:xfrm>
                  </p:grpSpPr>
                  <p:cxnSp>
                    <p:nvCxnSpPr>
                      <p:cNvPr id="8" name="Conector recto 7">
                        <a:extLst>
                          <a:ext uri="{FF2B5EF4-FFF2-40B4-BE49-F238E27FC236}">
                            <a16:creationId xmlns:a16="http://schemas.microsoft.com/office/drawing/2014/main" id="{705094CF-DF84-8FCE-5250-ED50E9F28208}"/>
                          </a:ext>
                        </a:extLst>
                      </p:cNvPr>
                      <p:cNvCxnSpPr>
                        <a:cxnSpLocks/>
                        <a:stCxn id="3" idx="3"/>
                        <a:endCxn id="9" idx="0"/>
                      </p:cNvCxnSpPr>
                      <p:nvPr/>
                    </p:nvCxnSpPr>
                    <p:spPr>
                      <a:xfrm>
                        <a:off x="4760374" y="534978"/>
                        <a:ext cx="339427" cy="0"/>
                      </a:xfrm>
                      <a:prstGeom prst="line">
                        <a:avLst/>
                      </a:prstGeom>
                      <a:ln>
                        <a:solidFill>
                          <a:schemeClr val="accent5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9" name="Rectángulo 8">
                        <a:extLst>
                          <a:ext uri="{FF2B5EF4-FFF2-40B4-BE49-F238E27FC236}">
                            <a16:creationId xmlns:a16="http://schemas.microsoft.com/office/drawing/2014/main" id="{868B5BB7-5D76-942D-6A27-8A30C6F8509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026739" y="534978"/>
                        <a:ext cx="146123" cy="121983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>
                        <a:solidFill>
                          <a:schemeClr val="accent5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endParaRPr lang="es-ES" dirty="0">
                          <a:solidFill>
                            <a:schemeClr val="accent5">
                              <a:lumMod val="75000"/>
                            </a:schemeClr>
                          </a:solidFill>
                        </a:endParaRPr>
                      </a:p>
                    </p:txBody>
                  </p:sp>
                </p:grpSp>
              </p:grpSp>
              <p:grpSp>
                <p:nvGrpSpPr>
                  <p:cNvPr id="39" name="Grupo 38">
                    <a:extLst>
                      <a:ext uri="{FF2B5EF4-FFF2-40B4-BE49-F238E27FC236}">
                        <a16:creationId xmlns:a16="http://schemas.microsoft.com/office/drawing/2014/main" id="{EB9BB235-A8DA-73A1-E305-3F63790725E4}"/>
                      </a:ext>
                    </a:extLst>
                  </p:cNvPr>
                  <p:cNvGrpSpPr/>
                  <p:nvPr/>
                </p:nvGrpSpPr>
                <p:grpSpPr>
                  <a:xfrm>
                    <a:off x="5553101" y="2848697"/>
                    <a:ext cx="2952678" cy="876092"/>
                    <a:chOff x="2588137" y="3744969"/>
                    <a:chExt cx="2952678" cy="876092"/>
                  </a:xfrm>
                </p:grpSpPr>
                <p:grpSp>
                  <p:nvGrpSpPr>
                    <p:cNvPr id="12" name="Grupo 11">
                      <a:extLst>
                        <a:ext uri="{FF2B5EF4-FFF2-40B4-BE49-F238E27FC236}">
                          <a16:creationId xmlns:a16="http://schemas.microsoft.com/office/drawing/2014/main" id="{3DDAE7A6-C9BA-1E90-46EE-0ED372524DD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588137" y="3744969"/>
                      <a:ext cx="2952678" cy="876092"/>
                      <a:chOff x="2628792" y="1850276"/>
                      <a:chExt cx="2952678" cy="876092"/>
                    </a:xfrm>
                  </p:grpSpPr>
                  <p:sp>
                    <p:nvSpPr>
                      <p:cNvPr id="13" name="CuadroTexto 12">
                        <a:extLst>
                          <a:ext uri="{FF2B5EF4-FFF2-40B4-BE49-F238E27FC236}">
                            <a16:creationId xmlns:a16="http://schemas.microsoft.com/office/drawing/2014/main" id="{2991CE73-6F65-B5A8-FC38-D2E5F0259B0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078027" y="1850276"/>
                        <a:ext cx="1696458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>
                        <a:defPPr>
                          <a:defRPr lang="es-ES"/>
                        </a:defPPr>
                        <a:lvl1pPr algn="ctr">
                          <a:defRPr sz="1400"/>
                        </a:lvl1pPr>
                      </a:lstStyle>
                      <a:p>
                        <a:r>
                          <a:rPr lang="es-ES" sz="1200" b="1" dirty="0"/>
                          <a:t>Mapa</a:t>
                        </a:r>
                      </a:p>
                    </p:txBody>
                  </p:sp>
                  <p:sp>
                    <p:nvSpPr>
                      <p:cNvPr id="14" name="CuadroTexto 13">
                        <a:extLst>
                          <a:ext uri="{FF2B5EF4-FFF2-40B4-BE49-F238E27FC236}">
                            <a16:creationId xmlns:a16="http://schemas.microsoft.com/office/drawing/2014/main" id="{74CBA4BB-CC44-B6BB-FEAF-8ED670D8809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916496" y="2075457"/>
                        <a:ext cx="2664974" cy="2616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>
                        <a:defPPr>
                          <a:defRPr lang="es-ES"/>
                        </a:defPPr>
                        <a:lvl1pPr algn="ctr">
                          <a:defRPr sz="1400"/>
                        </a:lvl1pPr>
                      </a:lstStyle>
                      <a:p>
                        <a:pPr algn="l"/>
                        <a:r>
                          <a:rPr lang="es-ES" sz="1100" dirty="0"/>
                          <a:t>Compra</a:t>
                        </a:r>
                      </a:p>
                    </p:txBody>
                  </p:sp>
                  <p:grpSp>
                    <p:nvGrpSpPr>
                      <p:cNvPr id="15" name="Grupo 14">
                        <a:extLst>
                          <a:ext uri="{FF2B5EF4-FFF2-40B4-BE49-F238E27FC236}">
                            <a16:creationId xmlns:a16="http://schemas.microsoft.com/office/drawing/2014/main" id="{8033CEBE-0908-B38A-A049-1514DFD792C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628792" y="1986858"/>
                        <a:ext cx="449235" cy="735674"/>
                        <a:chOff x="2625520" y="540565"/>
                        <a:chExt cx="449235" cy="1742550"/>
                      </a:xfrm>
                    </p:grpSpPr>
                    <p:sp>
                      <p:nvSpPr>
                        <p:cNvPr id="20" name="Rectángulo 19">
                          <a:extLst>
                            <a:ext uri="{FF2B5EF4-FFF2-40B4-BE49-F238E27FC236}">
                              <a16:creationId xmlns:a16="http://schemas.microsoft.com/office/drawing/2014/main" id="{093126A4-D82F-FF1E-AB18-13D3AF9BF41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625520" y="540565"/>
                          <a:ext cx="176977" cy="1742550"/>
                        </a:xfrm>
                        <a:prstGeom prst="rect">
                          <a:avLst/>
                        </a:prstGeom>
                        <a:solidFill>
                          <a:schemeClr val="accent5">
                            <a:lumMod val="75000"/>
                          </a:schemeClr>
                        </a:solidFill>
                        <a:ln>
                          <a:solidFill>
                            <a:schemeClr val="accent5">
                              <a:lumMod val="5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endParaRPr lang="es-E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p:txBody>
                    </p:sp>
                    <p:cxnSp>
                      <p:nvCxnSpPr>
                        <p:cNvPr id="21" name="Conector recto 20">
                          <a:extLst>
                            <a:ext uri="{FF2B5EF4-FFF2-40B4-BE49-F238E27FC236}">
                              <a16:creationId xmlns:a16="http://schemas.microsoft.com/office/drawing/2014/main" id="{E54860C1-757E-1963-E73D-F37BB23AC528}"/>
                            </a:ext>
                          </a:extLst>
                        </p:cNvPr>
                        <p:cNvCxnSpPr>
                          <a:cxnSpLocks/>
                          <a:stCxn id="20" idx="0"/>
                          <a:endCxn id="13" idx="1"/>
                        </p:cNvCxnSpPr>
                        <p:nvPr/>
                      </p:nvCxnSpPr>
                      <p:spPr>
                        <a:xfrm>
                          <a:off x="2714009" y="540565"/>
                          <a:ext cx="360746" cy="4543"/>
                        </a:xfrm>
                        <a:prstGeom prst="line">
                          <a:avLst/>
                        </a:prstGeom>
                        <a:ln>
                          <a:solidFill>
                            <a:schemeClr val="accent5">
                              <a:lumMod val="5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cxnSp>
                    <p:nvCxnSpPr>
                      <p:cNvPr id="16" name="Conector recto de flecha 15">
                        <a:extLst>
                          <a:ext uri="{FF2B5EF4-FFF2-40B4-BE49-F238E27FC236}">
                            <a16:creationId xmlns:a16="http://schemas.microsoft.com/office/drawing/2014/main" id="{D098EA07-B9BD-87DD-7E1B-DC3200CF2CF3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2775402" y="2327859"/>
                        <a:ext cx="2160591" cy="0"/>
                      </a:xfrm>
                      <a:prstGeom prst="straightConnector1">
                        <a:avLst/>
                      </a:prstGeom>
                      <a:ln w="9525">
                        <a:solidFill>
                          <a:schemeClr val="accent5">
                            <a:lumMod val="75000"/>
                          </a:schemeClr>
                        </a:solidFill>
                        <a:tailEnd type="triangl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grpSp>
                    <p:nvGrpSpPr>
                      <p:cNvPr id="17" name="Grupo 16">
                        <a:extLst>
                          <a:ext uri="{FF2B5EF4-FFF2-40B4-BE49-F238E27FC236}">
                            <a16:creationId xmlns:a16="http://schemas.microsoft.com/office/drawing/2014/main" id="{136ADFD0-6A0D-96ED-B37D-707E1A1C0D5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774485" y="1988776"/>
                        <a:ext cx="412487" cy="737592"/>
                        <a:chOff x="4760374" y="534978"/>
                        <a:chExt cx="412487" cy="1722120"/>
                      </a:xfrm>
                    </p:grpSpPr>
                    <p:cxnSp>
                      <p:nvCxnSpPr>
                        <p:cNvPr id="18" name="Conector recto 17">
                          <a:extLst>
                            <a:ext uri="{FF2B5EF4-FFF2-40B4-BE49-F238E27FC236}">
                              <a16:creationId xmlns:a16="http://schemas.microsoft.com/office/drawing/2014/main" id="{8D8C0FAE-0263-A59D-E91E-8A684B7A3910}"/>
                            </a:ext>
                          </a:extLst>
                        </p:cNvPr>
                        <p:cNvCxnSpPr>
                          <a:cxnSpLocks/>
                          <a:stCxn id="13" idx="3"/>
                          <a:endCxn id="19" idx="0"/>
                        </p:cNvCxnSpPr>
                        <p:nvPr/>
                      </p:nvCxnSpPr>
                      <p:spPr>
                        <a:xfrm>
                          <a:off x="4760374" y="534978"/>
                          <a:ext cx="338431" cy="0"/>
                        </a:xfrm>
                        <a:prstGeom prst="line">
                          <a:avLst/>
                        </a:prstGeom>
                        <a:ln>
                          <a:solidFill>
                            <a:schemeClr val="accent5">
                              <a:lumMod val="5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19" name="Rectángulo 18">
                          <a:extLst>
                            <a:ext uri="{FF2B5EF4-FFF2-40B4-BE49-F238E27FC236}">
                              <a16:creationId xmlns:a16="http://schemas.microsoft.com/office/drawing/2014/main" id="{A37918C1-0030-C9F1-9C1B-B2E47915031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024748" y="534978"/>
                          <a:ext cx="148113" cy="1722120"/>
                        </a:xfrm>
                        <a:prstGeom prst="rect">
                          <a:avLst/>
                        </a:prstGeom>
                        <a:solidFill>
                          <a:schemeClr val="accent5">
                            <a:lumMod val="75000"/>
                          </a:schemeClr>
                        </a:solidFill>
                        <a:ln>
                          <a:solidFill>
                            <a:schemeClr val="accent5">
                              <a:lumMod val="5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endParaRPr lang="es-E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p:txBody>
                    </p:sp>
                  </p:grpSp>
                </p:grpSp>
                <p:sp>
                  <p:nvSpPr>
                    <p:cNvPr id="37" name="CuadroTexto 36">
                      <a:extLst>
                        <a:ext uri="{FF2B5EF4-FFF2-40B4-BE49-F238E27FC236}">
                          <a16:creationId xmlns:a16="http://schemas.microsoft.com/office/drawing/2014/main" id="{C3DD9A75-77F0-0856-00B6-9F8AF90B842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875841" y="4268427"/>
                      <a:ext cx="2664974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>
                      <a:defPPr>
                        <a:defRPr lang="es-ES"/>
                      </a:defPPr>
                      <a:lvl1pPr algn="ctr">
                        <a:defRPr sz="1400"/>
                      </a:lvl1pPr>
                    </a:lstStyle>
                    <a:p>
                      <a:pPr algn="l"/>
                      <a:r>
                        <a:rPr lang="es-ES" sz="1100" dirty="0"/>
                        <a:t>Jugador se mueve</a:t>
                      </a:r>
                    </a:p>
                  </p:txBody>
                </p:sp>
                <p:cxnSp>
                  <p:nvCxnSpPr>
                    <p:cNvPr id="38" name="Conector recto de flecha 37">
                      <a:extLst>
                        <a:ext uri="{FF2B5EF4-FFF2-40B4-BE49-F238E27FC236}">
                          <a16:creationId xmlns:a16="http://schemas.microsoft.com/office/drawing/2014/main" id="{1E0A0B50-DEC4-D1B5-6F54-FBA7FDC9BF4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734747" y="4520829"/>
                      <a:ext cx="2160591" cy="0"/>
                    </a:xfrm>
                    <a:prstGeom prst="straightConnector1">
                      <a:avLst/>
                    </a:prstGeom>
                    <a:ln w="9525">
                      <a:solidFill>
                        <a:schemeClr val="accent5">
                          <a:lumMod val="75000"/>
                        </a:schemeClr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40" name="Grupo 39">
                    <a:extLst>
                      <a:ext uri="{FF2B5EF4-FFF2-40B4-BE49-F238E27FC236}">
                        <a16:creationId xmlns:a16="http://schemas.microsoft.com/office/drawing/2014/main" id="{32C6E932-72B1-589C-DD9D-04A134627DEE}"/>
                      </a:ext>
                    </a:extLst>
                  </p:cNvPr>
                  <p:cNvGrpSpPr/>
                  <p:nvPr/>
                </p:nvGrpSpPr>
                <p:grpSpPr>
                  <a:xfrm>
                    <a:off x="5555094" y="1809221"/>
                    <a:ext cx="2558179" cy="660959"/>
                    <a:chOff x="2628794" y="1850276"/>
                    <a:chExt cx="2558179" cy="660959"/>
                  </a:xfrm>
                </p:grpSpPr>
                <p:sp>
                  <p:nvSpPr>
                    <p:cNvPr id="41" name="CuadroTexto 40">
                      <a:extLst>
                        <a:ext uri="{FF2B5EF4-FFF2-40B4-BE49-F238E27FC236}">
                          <a16:creationId xmlns:a16="http://schemas.microsoft.com/office/drawing/2014/main" id="{1E6629A5-E0B5-2F3A-DDF7-AA051DAE9F1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078027" y="1850276"/>
                      <a:ext cx="1696458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>
                      <a:defPPr>
                        <a:defRPr lang="es-ES"/>
                      </a:defPPr>
                      <a:lvl1pPr algn="ctr">
                        <a:defRPr sz="1400"/>
                      </a:lvl1pPr>
                    </a:lstStyle>
                    <a:p>
                      <a:r>
                        <a:rPr lang="es-ES" sz="1200" b="1" dirty="0"/>
                        <a:t>Estadísticas jugador</a:t>
                      </a:r>
                    </a:p>
                  </p:txBody>
                </p:sp>
                <p:sp>
                  <p:nvSpPr>
                    <p:cNvPr id="42" name="CuadroTexto 41">
                      <a:extLst>
                        <a:ext uri="{FF2B5EF4-FFF2-40B4-BE49-F238E27FC236}">
                          <a16:creationId xmlns:a16="http://schemas.microsoft.com/office/drawing/2014/main" id="{760D117F-CE26-8E61-533F-748557DB295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916496" y="2075457"/>
                      <a:ext cx="2270477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>
                      <a:defPPr>
                        <a:defRPr lang="es-ES"/>
                      </a:defPPr>
                      <a:lvl1pPr algn="ctr">
                        <a:defRPr sz="1400"/>
                      </a:lvl1pPr>
                    </a:lstStyle>
                    <a:p>
                      <a:pPr algn="l"/>
                      <a:r>
                        <a:rPr lang="es-ES" sz="1100" dirty="0"/>
                        <a:t>Ser atacado/atacar</a:t>
                      </a:r>
                    </a:p>
                  </p:txBody>
                </p:sp>
                <p:grpSp>
                  <p:nvGrpSpPr>
                    <p:cNvPr id="43" name="Grupo 42">
                      <a:extLst>
                        <a:ext uri="{FF2B5EF4-FFF2-40B4-BE49-F238E27FC236}">
                          <a16:creationId xmlns:a16="http://schemas.microsoft.com/office/drawing/2014/main" id="{338716A1-D8A1-8F72-1405-64C0F6FE48D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628794" y="1986858"/>
                      <a:ext cx="449233" cy="522456"/>
                      <a:chOff x="2625522" y="540565"/>
                      <a:chExt cx="449233" cy="1237513"/>
                    </a:xfrm>
                  </p:grpSpPr>
                  <p:sp>
                    <p:nvSpPr>
                      <p:cNvPr id="48" name="Rectángulo 47">
                        <a:extLst>
                          <a:ext uri="{FF2B5EF4-FFF2-40B4-BE49-F238E27FC236}">
                            <a16:creationId xmlns:a16="http://schemas.microsoft.com/office/drawing/2014/main" id="{9218EF93-C751-8AD1-1040-39762FD6066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625522" y="540565"/>
                        <a:ext cx="178396" cy="1237513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>
                        <a:solidFill>
                          <a:schemeClr val="accent5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endParaRPr lang="es-ES" dirty="0">
                          <a:solidFill>
                            <a:schemeClr val="accent5">
                              <a:lumMod val="75000"/>
                            </a:schemeClr>
                          </a:solidFill>
                        </a:endParaRPr>
                      </a:p>
                    </p:txBody>
                  </p:sp>
                  <p:cxnSp>
                    <p:nvCxnSpPr>
                      <p:cNvPr id="49" name="Conector recto 48">
                        <a:extLst>
                          <a:ext uri="{FF2B5EF4-FFF2-40B4-BE49-F238E27FC236}">
                            <a16:creationId xmlns:a16="http://schemas.microsoft.com/office/drawing/2014/main" id="{D8434CB5-D233-DB99-52D7-E1D4399BFDA3}"/>
                          </a:ext>
                        </a:extLst>
                      </p:cNvPr>
                      <p:cNvCxnSpPr>
                        <a:cxnSpLocks/>
                        <a:stCxn id="48" idx="0"/>
                        <a:endCxn id="41" idx="1"/>
                      </p:cNvCxnSpPr>
                      <p:nvPr/>
                    </p:nvCxnSpPr>
                    <p:spPr>
                      <a:xfrm>
                        <a:off x="2714720" y="540565"/>
                        <a:ext cx="360035" cy="4543"/>
                      </a:xfrm>
                      <a:prstGeom prst="line">
                        <a:avLst/>
                      </a:prstGeom>
                      <a:ln>
                        <a:solidFill>
                          <a:schemeClr val="accent5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44" name="Conector recto de flecha 43">
                      <a:extLst>
                        <a:ext uri="{FF2B5EF4-FFF2-40B4-BE49-F238E27FC236}">
                          <a16:creationId xmlns:a16="http://schemas.microsoft.com/office/drawing/2014/main" id="{A4DA109C-7A01-7AE9-73D6-8E3A754546A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775402" y="2327859"/>
                      <a:ext cx="2160591" cy="0"/>
                    </a:xfrm>
                    <a:prstGeom prst="straightConnector1">
                      <a:avLst/>
                    </a:prstGeom>
                    <a:ln w="9525">
                      <a:solidFill>
                        <a:schemeClr val="accent5">
                          <a:lumMod val="75000"/>
                        </a:schemeClr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45" name="Grupo 44">
                      <a:extLst>
                        <a:ext uri="{FF2B5EF4-FFF2-40B4-BE49-F238E27FC236}">
                          <a16:creationId xmlns:a16="http://schemas.microsoft.com/office/drawing/2014/main" id="{0E185ACF-105C-EE34-10C1-AE6E6961CBA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74485" y="1988776"/>
                      <a:ext cx="412488" cy="522459"/>
                      <a:chOff x="4760374" y="534978"/>
                      <a:chExt cx="412488" cy="1219830"/>
                    </a:xfrm>
                  </p:grpSpPr>
                  <p:cxnSp>
                    <p:nvCxnSpPr>
                      <p:cNvPr id="46" name="Conector recto 45">
                        <a:extLst>
                          <a:ext uri="{FF2B5EF4-FFF2-40B4-BE49-F238E27FC236}">
                            <a16:creationId xmlns:a16="http://schemas.microsoft.com/office/drawing/2014/main" id="{01AFC6E7-8149-40DB-71E5-DFC9CE2DFCCF}"/>
                          </a:ext>
                        </a:extLst>
                      </p:cNvPr>
                      <p:cNvCxnSpPr>
                        <a:cxnSpLocks/>
                        <a:stCxn id="41" idx="3"/>
                        <a:endCxn id="47" idx="0"/>
                      </p:cNvCxnSpPr>
                      <p:nvPr/>
                    </p:nvCxnSpPr>
                    <p:spPr>
                      <a:xfrm>
                        <a:off x="4760374" y="534978"/>
                        <a:ext cx="340137" cy="14854"/>
                      </a:xfrm>
                      <a:prstGeom prst="line">
                        <a:avLst/>
                      </a:prstGeom>
                      <a:ln>
                        <a:solidFill>
                          <a:schemeClr val="accent5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47" name="Rectángulo 46">
                        <a:extLst>
                          <a:ext uri="{FF2B5EF4-FFF2-40B4-BE49-F238E27FC236}">
                            <a16:creationId xmlns:a16="http://schemas.microsoft.com/office/drawing/2014/main" id="{FCFEEAEE-2B84-5AA5-B817-151FE1DDD6F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028160" y="549832"/>
                        <a:ext cx="144702" cy="1204976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>
                        <a:solidFill>
                          <a:schemeClr val="accent5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endParaRPr lang="es-ES" dirty="0">
                          <a:solidFill>
                            <a:schemeClr val="accent5">
                              <a:lumMod val="75000"/>
                            </a:schemeClr>
                          </a:solidFill>
                        </a:endParaRPr>
                      </a:p>
                    </p:txBody>
                  </p:sp>
                </p:grpSp>
              </p:grpSp>
              <p:grpSp>
                <p:nvGrpSpPr>
                  <p:cNvPr id="53" name="Grupo 52">
                    <a:extLst>
                      <a:ext uri="{FF2B5EF4-FFF2-40B4-BE49-F238E27FC236}">
                        <a16:creationId xmlns:a16="http://schemas.microsoft.com/office/drawing/2014/main" id="{2BCE7072-98F9-2CA7-0C8C-AA8167EC80B3}"/>
                      </a:ext>
                    </a:extLst>
                  </p:cNvPr>
                  <p:cNvGrpSpPr/>
                  <p:nvPr/>
                </p:nvGrpSpPr>
                <p:grpSpPr>
                  <a:xfrm>
                    <a:off x="5555093" y="1255910"/>
                    <a:ext cx="2558180" cy="698173"/>
                    <a:chOff x="2628793" y="1823405"/>
                    <a:chExt cx="2558180" cy="698173"/>
                  </a:xfrm>
                </p:grpSpPr>
                <p:sp>
                  <p:nvSpPr>
                    <p:cNvPr id="54" name="CuadroTexto 53">
                      <a:extLst>
                        <a:ext uri="{FF2B5EF4-FFF2-40B4-BE49-F238E27FC236}">
                          <a16:creationId xmlns:a16="http://schemas.microsoft.com/office/drawing/2014/main" id="{10346827-B486-CEC7-1606-962CC100EF6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096446" y="1823405"/>
                      <a:ext cx="1696458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>
                      <a:defPPr>
                        <a:defRPr lang="es-ES"/>
                      </a:defPPr>
                      <a:lvl1pPr algn="ctr">
                        <a:defRPr sz="1400"/>
                      </a:lvl1pPr>
                    </a:lstStyle>
                    <a:p>
                      <a:r>
                        <a:rPr lang="es-ES" sz="1200" b="1" dirty="0"/>
                        <a:t>Estadísticas enemigo</a:t>
                      </a:r>
                    </a:p>
                  </p:txBody>
                </p:sp>
                <p:sp>
                  <p:nvSpPr>
                    <p:cNvPr id="55" name="CuadroTexto 54">
                      <a:extLst>
                        <a:ext uri="{FF2B5EF4-FFF2-40B4-BE49-F238E27FC236}">
                          <a16:creationId xmlns:a16="http://schemas.microsoft.com/office/drawing/2014/main" id="{73808044-2953-97B9-F3F0-BA7BACD22F7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916496" y="2075457"/>
                      <a:ext cx="2270477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>
                      <a:defPPr>
                        <a:defRPr lang="es-ES"/>
                      </a:defPPr>
                      <a:lvl1pPr algn="ctr">
                        <a:defRPr sz="1400"/>
                      </a:lvl1pPr>
                    </a:lstStyle>
                    <a:p>
                      <a:pPr algn="l"/>
                      <a:r>
                        <a:rPr lang="es-ES" sz="1100" dirty="0"/>
                        <a:t>Ser atacado/atacar</a:t>
                      </a:r>
                    </a:p>
                  </p:txBody>
                </p:sp>
                <p:grpSp>
                  <p:nvGrpSpPr>
                    <p:cNvPr id="56" name="Grupo 55">
                      <a:extLst>
                        <a:ext uri="{FF2B5EF4-FFF2-40B4-BE49-F238E27FC236}">
                          <a16:creationId xmlns:a16="http://schemas.microsoft.com/office/drawing/2014/main" id="{E2528FAC-75C3-0646-A057-470297C7547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628793" y="1961905"/>
                      <a:ext cx="467653" cy="547408"/>
                      <a:chOff x="2625521" y="481460"/>
                      <a:chExt cx="467653" cy="1296616"/>
                    </a:xfrm>
                  </p:grpSpPr>
                  <p:sp>
                    <p:nvSpPr>
                      <p:cNvPr id="61" name="Rectángulo 60">
                        <a:extLst>
                          <a:ext uri="{FF2B5EF4-FFF2-40B4-BE49-F238E27FC236}">
                            <a16:creationId xmlns:a16="http://schemas.microsoft.com/office/drawing/2014/main" id="{1396A114-A968-40A0-CB1F-DB6E74AECC5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625521" y="485683"/>
                        <a:ext cx="178397" cy="1292393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>
                        <a:solidFill>
                          <a:schemeClr val="accent5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endParaRPr lang="es-ES" dirty="0">
                          <a:solidFill>
                            <a:schemeClr val="accent5">
                              <a:lumMod val="75000"/>
                            </a:schemeClr>
                          </a:solidFill>
                        </a:endParaRPr>
                      </a:p>
                    </p:txBody>
                  </p:sp>
                  <p:cxnSp>
                    <p:nvCxnSpPr>
                      <p:cNvPr id="62" name="Conector recto 61">
                        <a:extLst>
                          <a:ext uri="{FF2B5EF4-FFF2-40B4-BE49-F238E27FC236}">
                            <a16:creationId xmlns:a16="http://schemas.microsoft.com/office/drawing/2014/main" id="{FCCB7001-F2FF-6764-0B24-3C84E131999C}"/>
                          </a:ext>
                        </a:extLst>
                      </p:cNvPr>
                      <p:cNvCxnSpPr>
                        <a:cxnSpLocks/>
                        <a:stCxn id="61" idx="0"/>
                        <a:endCxn id="54" idx="1"/>
                      </p:cNvCxnSpPr>
                      <p:nvPr/>
                    </p:nvCxnSpPr>
                    <p:spPr>
                      <a:xfrm flipV="1">
                        <a:off x="2714720" y="481460"/>
                        <a:ext cx="378454" cy="4223"/>
                      </a:xfrm>
                      <a:prstGeom prst="line">
                        <a:avLst/>
                      </a:prstGeom>
                      <a:ln>
                        <a:solidFill>
                          <a:schemeClr val="accent5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57" name="Conector recto de flecha 56">
                      <a:extLst>
                        <a:ext uri="{FF2B5EF4-FFF2-40B4-BE49-F238E27FC236}">
                          <a16:creationId xmlns:a16="http://schemas.microsoft.com/office/drawing/2014/main" id="{AC79A9EF-7018-D8FA-72AC-96BF758DEE6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775402" y="2327859"/>
                      <a:ext cx="2160591" cy="0"/>
                    </a:xfrm>
                    <a:prstGeom prst="straightConnector1">
                      <a:avLst/>
                    </a:prstGeom>
                    <a:ln w="9525">
                      <a:solidFill>
                        <a:schemeClr val="accent5">
                          <a:lumMod val="75000"/>
                        </a:schemeClr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58" name="Grupo 57">
                      <a:extLst>
                        <a:ext uri="{FF2B5EF4-FFF2-40B4-BE49-F238E27FC236}">
                          <a16:creationId xmlns:a16="http://schemas.microsoft.com/office/drawing/2014/main" id="{713D2021-7EFD-E083-58D5-5F4E5995031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2904" y="1961905"/>
                      <a:ext cx="394069" cy="559673"/>
                      <a:chOff x="4778793" y="472240"/>
                      <a:chExt cx="394069" cy="1306716"/>
                    </a:xfrm>
                  </p:grpSpPr>
                  <p:cxnSp>
                    <p:nvCxnSpPr>
                      <p:cNvPr id="59" name="Conector recto 58">
                        <a:extLst>
                          <a:ext uri="{FF2B5EF4-FFF2-40B4-BE49-F238E27FC236}">
                            <a16:creationId xmlns:a16="http://schemas.microsoft.com/office/drawing/2014/main" id="{78291199-EE25-C808-DE73-7BC32B6F5D62}"/>
                          </a:ext>
                        </a:extLst>
                      </p:cNvPr>
                      <p:cNvCxnSpPr>
                        <a:cxnSpLocks/>
                        <a:stCxn id="54" idx="3"/>
                        <a:endCxn id="60" idx="0"/>
                      </p:cNvCxnSpPr>
                      <p:nvPr/>
                    </p:nvCxnSpPr>
                    <p:spPr>
                      <a:xfrm>
                        <a:off x="4778793" y="472240"/>
                        <a:ext cx="321718" cy="8650"/>
                      </a:xfrm>
                      <a:prstGeom prst="line">
                        <a:avLst/>
                      </a:prstGeom>
                      <a:ln>
                        <a:solidFill>
                          <a:schemeClr val="accent5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60" name="Rectángulo 59">
                        <a:extLst>
                          <a:ext uri="{FF2B5EF4-FFF2-40B4-BE49-F238E27FC236}">
                            <a16:creationId xmlns:a16="http://schemas.microsoft.com/office/drawing/2014/main" id="{E0B6FD9A-C9B6-0064-8A17-5282BDBCEA0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028160" y="480890"/>
                        <a:ext cx="144702" cy="1298066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>
                        <a:solidFill>
                          <a:schemeClr val="accent5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endParaRPr lang="es-ES" dirty="0">
                          <a:solidFill>
                            <a:schemeClr val="accent5">
                              <a:lumMod val="75000"/>
                            </a:schemeClr>
                          </a:solidFill>
                        </a:endParaRPr>
                      </a:p>
                    </p:txBody>
                  </p:sp>
                </p:grpSp>
              </p:grpSp>
              <p:grpSp>
                <p:nvGrpSpPr>
                  <p:cNvPr id="65" name="Grupo 64">
                    <a:extLst>
                      <a:ext uri="{FF2B5EF4-FFF2-40B4-BE49-F238E27FC236}">
                        <a16:creationId xmlns:a16="http://schemas.microsoft.com/office/drawing/2014/main" id="{F9F73EA9-5C40-AD8B-D71B-4A3D68E17955}"/>
                      </a:ext>
                    </a:extLst>
                  </p:cNvPr>
                  <p:cNvGrpSpPr/>
                  <p:nvPr/>
                </p:nvGrpSpPr>
                <p:grpSpPr>
                  <a:xfrm>
                    <a:off x="5550646" y="-23639"/>
                    <a:ext cx="2671933" cy="1424092"/>
                    <a:chOff x="2625521" y="402066"/>
                    <a:chExt cx="2671933" cy="1424092"/>
                  </a:xfrm>
                </p:grpSpPr>
                <p:sp>
                  <p:nvSpPr>
                    <p:cNvPr id="66" name="CuadroTexto 65">
                      <a:extLst>
                        <a:ext uri="{FF2B5EF4-FFF2-40B4-BE49-F238E27FC236}">
                          <a16:creationId xmlns:a16="http://schemas.microsoft.com/office/drawing/2014/main" id="{F1CB6F64-E7C7-E001-4C28-B0980EDAF5D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906887" y="654028"/>
                      <a:ext cx="1703943" cy="25391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>
                      <a:defPPr>
                        <a:defRPr lang="es-ES"/>
                      </a:defPPr>
                      <a:lvl1pPr algn="ctr">
                        <a:defRPr sz="1400"/>
                      </a:lvl1pPr>
                    </a:lstStyle>
                    <a:p>
                      <a:pPr algn="l"/>
                      <a:r>
                        <a:rPr lang="es-ES" sz="1050" dirty="0"/>
                        <a:t>Seleccionar casilla</a:t>
                      </a:r>
                    </a:p>
                  </p:txBody>
                </p:sp>
                <p:sp>
                  <p:nvSpPr>
                    <p:cNvPr id="67" name="CuadroTexto 66">
                      <a:extLst>
                        <a:ext uri="{FF2B5EF4-FFF2-40B4-BE49-F238E27FC236}">
                          <a16:creationId xmlns:a16="http://schemas.microsoft.com/office/drawing/2014/main" id="{056943F6-7F34-D158-0AF6-711A8B91790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142337" y="402066"/>
                      <a:ext cx="1327538" cy="27699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>
                      <a:defPPr>
                        <a:defRPr lang="es-ES"/>
                      </a:defPPr>
                      <a:lvl1pPr algn="ctr">
                        <a:defRPr sz="1400"/>
                      </a:lvl1pPr>
                    </a:lstStyle>
                    <a:p>
                      <a:r>
                        <a:rPr lang="es-ES" sz="1200" b="1" dirty="0"/>
                        <a:t>Tablero de juego</a:t>
                      </a:r>
                    </a:p>
                  </p:txBody>
                </p:sp>
                <p:sp>
                  <p:nvSpPr>
                    <p:cNvPr id="68" name="CuadroTexto 67">
                      <a:extLst>
                        <a:ext uri="{FF2B5EF4-FFF2-40B4-BE49-F238E27FC236}">
                          <a16:creationId xmlns:a16="http://schemas.microsoft.com/office/drawing/2014/main" id="{CBC6DFC9-F846-BCF6-6E32-A8B5BC725BB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908978" y="886161"/>
                      <a:ext cx="2038739" cy="25391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>
                      <a:defPPr>
                        <a:defRPr lang="es-ES"/>
                      </a:defPPr>
                      <a:lvl1pPr algn="ctr">
                        <a:defRPr sz="1400"/>
                      </a:lvl1pPr>
                    </a:lstStyle>
                    <a:p>
                      <a:pPr algn="l"/>
                      <a:r>
                        <a:rPr lang="es-ES" sz="1050" dirty="0"/>
                        <a:t>Seleccionar objeto</a:t>
                      </a:r>
                    </a:p>
                  </p:txBody>
                </p:sp>
                <p:sp>
                  <p:nvSpPr>
                    <p:cNvPr id="69" name="CuadroTexto 68">
                      <a:extLst>
                        <a:ext uri="{FF2B5EF4-FFF2-40B4-BE49-F238E27FC236}">
                          <a16:creationId xmlns:a16="http://schemas.microsoft.com/office/drawing/2014/main" id="{896B965A-FC36-598E-7250-F7A73758591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906887" y="1158524"/>
                      <a:ext cx="2038739" cy="25391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>
                      <a:defPPr>
                        <a:defRPr lang="es-ES"/>
                      </a:defPPr>
                      <a:lvl1pPr algn="ctr">
                        <a:defRPr sz="1400"/>
                      </a:lvl1pPr>
                    </a:lstStyle>
                    <a:p>
                      <a:pPr algn="l"/>
                      <a:r>
                        <a:rPr lang="es-ES" sz="1050" dirty="0"/>
                        <a:t>Seleccionar enemigo</a:t>
                      </a:r>
                    </a:p>
                  </p:txBody>
                </p:sp>
                <p:sp>
                  <p:nvSpPr>
                    <p:cNvPr id="70" name="CuadroTexto 69">
                      <a:extLst>
                        <a:ext uri="{FF2B5EF4-FFF2-40B4-BE49-F238E27FC236}">
                          <a16:creationId xmlns:a16="http://schemas.microsoft.com/office/drawing/2014/main" id="{8CBF1D14-C003-EEE0-0A82-F5496215A5C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911178" y="1420987"/>
                      <a:ext cx="2386276" cy="25391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>
                      <a:defPPr>
                        <a:defRPr lang="es-ES"/>
                      </a:defPPr>
                      <a:lvl1pPr algn="ctr">
                        <a:defRPr sz="1400"/>
                      </a:lvl1pPr>
                    </a:lstStyle>
                    <a:p>
                      <a:pPr algn="l"/>
                      <a:r>
                        <a:rPr lang="es-ES" sz="1050" dirty="0"/>
                        <a:t>Cambiar de habitación</a:t>
                      </a:r>
                    </a:p>
                  </p:txBody>
                </p:sp>
                <p:cxnSp>
                  <p:nvCxnSpPr>
                    <p:cNvPr id="71" name="Conector recto de flecha 70">
                      <a:extLst>
                        <a:ext uri="{FF2B5EF4-FFF2-40B4-BE49-F238E27FC236}">
                          <a16:creationId xmlns:a16="http://schemas.microsoft.com/office/drawing/2014/main" id="{C2B982B1-96A6-6962-695A-AEA1E4260E3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785035" y="867763"/>
                      <a:ext cx="2160591" cy="0"/>
                    </a:xfrm>
                    <a:prstGeom prst="straightConnector1">
                      <a:avLst/>
                    </a:prstGeom>
                    <a:ln w="9525">
                      <a:solidFill>
                        <a:schemeClr val="accent5">
                          <a:lumMod val="75000"/>
                        </a:schemeClr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2" name="Conector recto de flecha 71">
                      <a:extLst>
                        <a:ext uri="{FF2B5EF4-FFF2-40B4-BE49-F238E27FC236}">
                          <a16:creationId xmlns:a16="http://schemas.microsoft.com/office/drawing/2014/main" id="{78AF7964-7DB7-5C3F-B8DB-B580B92A747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775404" y="1135605"/>
                      <a:ext cx="2160591" cy="0"/>
                    </a:xfrm>
                    <a:prstGeom prst="straightConnector1">
                      <a:avLst/>
                    </a:prstGeom>
                    <a:ln w="9525">
                      <a:solidFill>
                        <a:schemeClr val="accent5">
                          <a:lumMod val="75000"/>
                        </a:schemeClr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3" name="Conector recto de flecha 72">
                      <a:extLst>
                        <a:ext uri="{FF2B5EF4-FFF2-40B4-BE49-F238E27FC236}">
                          <a16:creationId xmlns:a16="http://schemas.microsoft.com/office/drawing/2014/main" id="{26CEFAB8-6A0D-4759-E77D-772F7C09DD9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769033" y="1409008"/>
                      <a:ext cx="2160591" cy="0"/>
                    </a:xfrm>
                    <a:prstGeom prst="straightConnector1">
                      <a:avLst/>
                    </a:prstGeom>
                    <a:ln w="9525">
                      <a:solidFill>
                        <a:schemeClr val="accent5">
                          <a:lumMod val="75000"/>
                        </a:schemeClr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4" name="Conector recto de flecha 73">
                      <a:extLst>
                        <a:ext uri="{FF2B5EF4-FFF2-40B4-BE49-F238E27FC236}">
                          <a16:creationId xmlns:a16="http://schemas.microsoft.com/office/drawing/2014/main" id="{54F53D69-BCDF-E7A0-A330-83E51B9BB8B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775403" y="1671471"/>
                      <a:ext cx="2160591" cy="0"/>
                    </a:xfrm>
                    <a:prstGeom prst="straightConnector1">
                      <a:avLst/>
                    </a:prstGeom>
                    <a:ln w="9525">
                      <a:solidFill>
                        <a:schemeClr val="accent5">
                          <a:lumMod val="75000"/>
                        </a:schemeClr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75" name="Grupo 74">
                      <a:extLst>
                        <a:ext uri="{FF2B5EF4-FFF2-40B4-BE49-F238E27FC236}">
                          <a16:creationId xmlns:a16="http://schemas.microsoft.com/office/drawing/2014/main" id="{B8B41508-2179-D6A6-67AC-8E8C4CFB90B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625521" y="540565"/>
                      <a:ext cx="516816" cy="1283255"/>
                      <a:chOff x="2625521" y="540565"/>
                      <a:chExt cx="516816" cy="1283255"/>
                    </a:xfrm>
                  </p:grpSpPr>
                  <p:sp>
                    <p:nvSpPr>
                      <p:cNvPr id="79" name="Rectángulo 78">
                        <a:extLst>
                          <a:ext uri="{FF2B5EF4-FFF2-40B4-BE49-F238E27FC236}">
                            <a16:creationId xmlns:a16="http://schemas.microsoft.com/office/drawing/2014/main" id="{5F442BC5-8977-0007-C35D-152E5BB5E8C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625521" y="540565"/>
                        <a:ext cx="183546" cy="1283255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>
                        <a:solidFill>
                          <a:schemeClr val="accent5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endParaRPr lang="es-ES" dirty="0">
                          <a:solidFill>
                            <a:schemeClr val="accent5">
                              <a:lumMod val="75000"/>
                            </a:schemeClr>
                          </a:solidFill>
                        </a:endParaRPr>
                      </a:p>
                    </p:txBody>
                  </p:sp>
                  <p:cxnSp>
                    <p:nvCxnSpPr>
                      <p:cNvPr id="80" name="Conector recto 79">
                        <a:extLst>
                          <a:ext uri="{FF2B5EF4-FFF2-40B4-BE49-F238E27FC236}">
                            <a16:creationId xmlns:a16="http://schemas.microsoft.com/office/drawing/2014/main" id="{DB2C4D0D-A436-842A-634B-35540B09B32E}"/>
                          </a:ext>
                        </a:extLst>
                      </p:cNvPr>
                      <p:cNvCxnSpPr>
                        <a:cxnSpLocks/>
                        <a:stCxn id="79" idx="0"/>
                        <a:endCxn id="67" idx="1"/>
                      </p:cNvCxnSpPr>
                      <p:nvPr/>
                    </p:nvCxnSpPr>
                    <p:spPr>
                      <a:xfrm>
                        <a:off x="2717294" y="540565"/>
                        <a:ext cx="425043" cy="0"/>
                      </a:xfrm>
                      <a:prstGeom prst="line">
                        <a:avLst/>
                      </a:prstGeom>
                      <a:ln>
                        <a:solidFill>
                          <a:schemeClr val="accent5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76" name="Grupo 75">
                      <a:extLst>
                        <a:ext uri="{FF2B5EF4-FFF2-40B4-BE49-F238E27FC236}">
                          <a16:creationId xmlns:a16="http://schemas.microsoft.com/office/drawing/2014/main" id="{6BF5AE85-912F-E0D1-91C3-952CA2CC873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69875" y="540565"/>
                      <a:ext cx="718273" cy="1285593"/>
                      <a:chOff x="4469875" y="540565"/>
                      <a:chExt cx="718273" cy="1285593"/>
                    </a:xfrm>
                  </p:grpSpPr>
                  <p:cxnSp>
                    <p:nvCxnSpPr>
                      <p:cNvPr id="77" name="Conector recto 76">
                        <a:extLst>
                          <a:ext uri="{FF2B5EF4-FFF2-40B4-BE49-F238E27FC236}">
                            <a16:creationId xmlns:a16="http://schemas.microsoft.com/office/drawing/2014/main" id="{3831921E-EF1B-75E9-045C-2368BA2619D5}"/>
                          </a:ext>
                        </a:extLst>
                      </p:cNvPr>
                      <p:cNvCxnSpPr>
                        <a:cxnSpLocks/>
                        <a:stCxn id="67" idx="3"/>
                        <a:endCxn id="78" idx="0"/>
                      </p:cNvCxnSpPr>
                      <p:nvPr/>
                    </p:nvCxnSpPr>
                    <p:spPr>
                      <a:xfrm>
                        <a:off x="4469875" y="540565"/>
                        <a:ext cx="645922" cy="2336"/>
                      </a:xfrm>
                      <a:prstGeom prst="line">
                        <a:avLst/>
                      </a:prstGeom>
                      <a:ln>
                        <a:solidFill>
                          <a:schemeClr val="accent5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78" name="Rectángulo 77">
                        <a:extLst>
                          <a:ext uri="{FF2B5EF4-FFF2-40B4-BE49-F238E27FC236}">
                            <a16:creationId xmlns:a16="http://schemas.microsoft.com/office/drawing/2014/main" id="{B6C4C7D7-1B37-D910-F864-AA2770DC732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043446" y="542901"/>
                        <a:ext cx="144702" cy="1283257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>
                        <a:solidFill>
                          <a:schemeClr val="accent5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endParaRPr lang="es-ES" dirty="0">
                          <a:solidFill>
                            <a:schemeClr val="accent5">
                              <a:lumMod val="75000"/>
                            </a:schemeClr>
                          </a:solidFill>
                        </a:endParaRPr>
                      </a:p>
                    </p:txBody>
                  </p:sp>
                </p:grpSp>
              </p:grpSp>
              <p:grpSp>
                <p:nvGrpSpPr>
                  <p:cNvPr id="86" name="Grupo 85">
                    <a:extLst>
                      <a:ext uri="{FF2B5EF4-FFF2-40B4-BE49-F238E27FC236}">
                        <a16:creationId xmlns:a16="http://schemas.microsoft.com/office/drawing/2014/main" id="{C95D5E2C-ECD1-E8A4-F708-CD971DB6A03E}"/>
                      </a:ext>
                    </a:extLst>
                  </p:cNvPr>
                  <p:cNvGrpSpPr/>
                  <p:nvPr/>
                </p:nvGrpSpPr>
                <p:grpSpPr>
                  <a:xfrm>
                    <a:off x="5553103" y="3712125"/>
                    <a:ext cx="2952676" cy="522459"/>
                    <a:chOff x="2628794" y="1988776"/>
                    <a:chExt cx="2952676" cy="522459"/>
                  </a:xfrm>
                </p:grpSpPr>
                <p:sp>
                  <p:nvSpPr>
                    <p:cNvPr id="88" name="CuadroTexto 87">
                      <a:extLst>
                        <a:ext uri="{FF2B5EF4-FFF2-40B4-BE49-F238E27FC236}">
                          <a16:creationId xmlns:a16="http://schemas.microsoft.com/office/drawing/2014/main" id="{79797C5A-D2F2-5CB5-6DB0-427665E2462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916496" y="2075457"/>
                      <a:ext cx="2664974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>
                      <a:defPPr>
                        <a:defRPr lang="es-ES"/>
                      </a:defPPr>
                      <a:lvl1pPr algn="ctr">
                        <a:defRPr sz="1400"/>
                      </a:lvl1pPr>
                    </a:lstStyle>
                    <a:p>
                      <a:pPr algn="l"/>
                      <a:r>
                        <a:rPr lang="es-ES" sz="1100" dirty="0"/>
                        <a:t>Hacer click para</a:t>
                      </a:r>
                    </a:p>
                  </p:txBody>
                </p:sp>
                <p:sp>
                  <p:nvSpPr>
                    <p:cNvPr id="94" name="Rectángulo 93">
                      <a:extLst>
                        <a:ext uri="{FF2B5EF4-FFF2-40B4-BE49-F238E27FC236}">
                          <a16:creationId xmlns:a16="http://schemas.microsoft.com/office/drawing/2014/main" id="{75E6990F-9DB7-4677-46AC-6D2B7F071A8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28794" y="1988776"/>
                      <a:ext cx="176976" cy="510714"/>
                    </a:xfrm>
                    <a:prstGeom prst="rect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>
                      <a:solidFill>
                        <a:schemeClr val="accent5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es-ES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p:txBody>
                </p:sp>
                <p:cxnSp>
                  <p:nvCxnSpPr>
                    <p:cNvPr id="90" name="Conector recto de flecha 89">
                      <a:extLst>
                        <a:ext uri="{FF2B5EF4-FFF2-40B4-BE49-F238E27FC236}">
                          <a16:creationId xmlns:a16="http://schemas.microsoft.com/office/drawing/2014/main" id="{83635612-0B7D-E7DC-C4C5-DCDA013C599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775402" y="2327859"/>
                      <a:ext cx="2160591" cy="0"/>
                    </a:xfrm>
                    <a:prstGeom prst="straightConnector1">
                      <a:avLst/>
                    </a:prstGeom>
                    <a:ln w="9525">
                      <a:solidFill>
                        <a:schemeClr val="accent5">
                          <a:lumMod val="75000"/>
                        </a:schemeClr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91" name="Grupo 90">
                      <a:extLst>
                        <a:ext uri="{FF2B5EF4-FFF2-40B4-BE49-F238E27FC236}">
                          <a16:creationId xmlns:a16="http://schemas.microsoft.com/office/drawing/2014/main" id="{640D5EC1-4D2E-C546-FCC0-CB36718DBAC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717282" y="1988776"/>
                      <a:ext cx="2469691" cy="522459"/>
                      <a:chOff x="2703171" y="534978"/>
                      <a:chExt cx="2469691" cy="1219830"/>
                    </a:xfrm>
                  </p:grpSpPr>
                  <p:cxnSp>
                    <p:nvCxnSpPr>
                      <p:cNvPr id="92" name="Conector recto 91">
                        <a:extLst>
                          <a:ext uri="{FF2B5EF4-FFF2-40B4-BE49-F238E27FC236}">
                            <a16:creationId xmlns:a16="http://schemas.microsoft.com/office/drawing/2014/main" id="{94D43DC3-6E19-D914-5DAD-76864BBFF014}"/>
                          </a:ext>
                        </a:extLst>
                      </p:cNvPr>
                      <p:cNvCxnSpPr>
                        <a:cxnSpLocks/>
                        <a:stCxn id="94" idx="0"/>
                        <a:endCxn id="93" idx="0"/>
                      </p:cNvCxnSpPr>
                      <p:nvPr/>
                    </p:nvCxnSpPr>
                    <p:spPr>
                      <a:xfrm>
                        <a:off x="2703171" y="534978"/>
                        <a:ext cx="2395634" cy="0"/>
                      </a:xfrm>
                      <a:prstGeom prst="line">
                        <a:avLst/>
                      </a:prstGeom>
                      <a:ln>
                        <a:solidFill>
                          <a:schemeClr val="accent5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93" name="Rectángulo 92">
                        <a:extLst>
                          <a:ext uri="{FF2B5EF4-FFF2-40B4-BE49-F238E27FC236}">
                            <a16:creationId xmlns:a16="http://schemas.microsoft.com/office/drawing/2014/main" id="{11447586-BCB9-29A9-6DDF-C863A3D591D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024748" y="534978"/>
                        <a:ext cx="148114" cy="121983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>
                        <a:solidFill>
                          <a:schemeClr val="accent5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endParaRPr lang="es-ES" dirty="0">
                          <a:solidFill>
                            <a:schemeClr val="accent5">
                              <a:lumMod val="75000"/>
                            </a:schemeClr>
                          </a:solidFill>
                        </a:endParaRPr>
                      </a:p>
                    </p:txBody>
                  </p:sp>
                </p:grpSp>
              </p:grpSp>
              <p:grpSp>
                <p:nvGrpSpPr>
                  <p:cNvPr id="103" name="Grupo 102">
                    <a:extLst>
                      <a:ext uri="{FF2B5EF4-FFF2-40B4-BE49-F238E27FC236}">
                        <a16:creationId xmlns:a16="http://schemas.microsoft.com/office/drawing/2014/main" id="{D7F3688F-22E4-7EF8-F418-9C20BA42162B}"/>
                      </a:ext>
                    </a:extLst>
                  </p:cNvPr>
                  <p:cNvGrpSpPr/>
                  <p:nvPr/>
                </p:nvGrpSpPr>
                <p:grpSpPr>
                  <a:xfrm>
                    <a:off x="5553103" y="4075209"/>
                    <a:ext cx="2952676" cy="660959"/>
                    <a:chOff x="2628794" y="1850276"/>
                    <a:chExt cx="2952676" cy="660959"/>
                  </a:xfrm>
                </p:grpSpPr>
                <p:sp>
                  <p:nvSpPr>
                    <p:cNvPr id="104" name="CuadroTexto 103">
                      <a:extLst>
                        <a:ext uri="{FF2B5EF4-FFF2-40B4-BE49-F238E27FC236}">
                          <a16:creationId xmlns:a16="http://schemas.microsoft.com/office/drawing/2014/main" id="{C59A6D73-59D0-2DBC-BA75-C48F582F599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078027" y="1850276"/>
                      <a:ext cx="1696458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>
                      <a:defPPr>
                        <a:defRPr lang="es-ES"/>
                      </a:defPPr>
                      <a:lvl1pPr algn="ctr">
                        <a:defRPr sz="1400"/>
                      </a:lvl1pPr>
                    </a:lstStyle>
                    <a:p>
                      <a:r>
                        <a:rPr lang="es-ES" sz="1200" b="1" dirty="0"/>
                        <a:t>Turnos</a:t>
                      </a:r>
                    </a:p>
                  </p:txBody>
                </p:sp>
                <p:sp>
                  <p:nvSpPr>
                    <p:cNvPr id="105" name="CuadroTexto 104">
                      <a:extLst>
                        <a:ext uri="{FF2B5EF4-FFF2-40B4-BE49-F238E27FC236}">
                          <a16:creationId xmlns:a16="http://schemas.microsoft.com/office/drawing/2014/main" id="{FE932666-1949-9E2F-8B49-F769811BBB1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916496" y="2075457"/>
                      <a:ext cx="2664974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>
                      <a:defPPr>
                        <a:defRPr lang="es-ES"/>
                      </a:defPPr>
                      <a:lvl1pPr algn="ctr">
                        <a:defRPr sz="1400"/>
                      </a:lvl1pPr>
                    </a:lstStyle>
                    <a:p>
                      <a:pPr algn="l"/>
                      <a:r>
                        <a:rPr lang="es-ES" sz="1100" dirty="0"/>
                        <a:t>Turno finaliza</a:t>
                      </a:r>
                    </a:p>
                  </p:txBody>
                </p:sp>
                <p:grpSp>
                  <p:nvGrpSpPr>
                    <p:cNvPr id="106" name="Grupo 105">
                      <a:extLst>
                        <a:ext uri="{FF2B5EF4-FFF2-40B4-BE49-F238E27FC236}">
                          <a16:creationId xmlns:a16="http://schemas.microsoft.com/office/drawing/2014/main" id="{D2135DA7-94FD-7455-39E1-714B36093BB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628794" y="1986858"/>
                      <a:ext cx="449233" cy="512632"/>
                      <a:chOff x="2625522" y="540565"/>
                      <a:chExt cx="449233" cy="1214243"/>
                    </a:xfrm>
                  </p:grpSpPr>
                  <p:sp>
                    <p:nvSpPr>
                      <p:cNvPr id="111" name="Rectángulo 110">
                        <a:extLst>
                          <a:ext uri="{FF2B5EF4-FFF2-40B4-BE49-F238E27FC236}">
                            <a16:creationId xmlns:a16="http://schemas.microsoft.com/office/drawing/2014/main" id="{628BD61D-0B58-2378-5C7A-D0E09ECF5AF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625522" y="540565"/>
                        <a:ext cx="176976" cy="1214243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>
                        <a:solidFill>
                          <a:schemeClr val="accent5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endParaRPr lang="es-ES" dirty="0">
                          <a:solidFill>
                            <a:schemeClr val="accent5">
                              <a:lumMod val="75000"/>
                            </a:schemeClr>
                          </a:solidFill>
                        </a:endParaRPr>
                      </a:p>
                    </p:txBody>
                  </p:sp>
                  <p:cxnSp>
                    <p:nvCxnSpPr>
                      <p:cNvPr id="112" name="Conector recto 111">
                        <a:extLst>
                          <a:ext uri="{FF2B5EF4-FFF2-40B4-BE49-F238E27FC236}">
                            <a16:creationId xmlns:a16="http://schemas.microsoft.com/office/drawing/2014/main" id="{1BA0B444-83B5-92F5-D593-DB92815AF593}"/>
                          </a:ext>
                        </a:extLst>
                      </p:cNvPr>
                      <p:cNvCxnSpPr>
                        <a:cxnSpLocks/>
                        <a:stCxn id="111" idx="0"/>
                        <a:endCxn id="104" idx="1"/>
                      </p:cNvCxnSpPr>
                      <p:nvPr/>
                    </p:nvCxnSpPr>
                    <p:spPr>
                      <a:xfrm>
                        <a:off x="2714010" y="540565"/>
                        <a:ext cx="360745" cy="4543"/>
                      </a:xfrm>
                      <a:prstGeom prst="line">
                        <a:avLst/>
                      </a:prstGeom>
                      <a:ln>
                        <a:solidFill>
                          <a:schemeClr val="accent5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107" name="Conector recto de flecha 106">
                      <a:extLst>
                        <a:ext uri="{FF2B5EF4-FFF2-40B4-BE49-F238E27FC236}">
                          <a16:creationId xmlns:a16="http://schemas.microsoft.com/office/drawing/2014/main" id="{690C07FF-6F8B-6E93-CF40-141B9F00423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775402" y="2327859"/>
                      <a:ext cx="2160591" cy="0"/>
                    </a:xfrm>
                    <a:prstGeom prst="straightConnector1">
                      <a:avLst/>
                    </a:prstGeom>
                    <a:ln w="9525">
                      <a:solidFill>
                        <a:schemeClr val="accent5">
                          <a:lumMod val="75000"/>
                        </a:schemeClr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108" name="Grupo 107">
                      <a:extLst>
                        <a:ext uri="{FF2B5EF4-FFF2-40B4-BE49-F238E27FC236}">
                          <a16:creationId xmlns:a16="http://schemas.microsoft.com/office/drawing/2014/main" id="{0E10542A-BCD9-12EA-9921-E510D8369B1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74485" y="1988776"/>
                      <a:ext cx="412488" cy="522459"/>
                      <a:chOff x="4760374" y="534978"/>
                      <a:chExt cx="412488" cy="1219830"/>
                    </a:xfrm>
                  </p:grpSpPr>
                  <p:cxnSp>
                    <p:nvCxnSpPr>
                      <p:cNvPr id="109" name="Conector recto 108">
                        <a:extLst>
                          <a:ext uri="{FF2B5EF4-FFF2-40B4-BE49-F238E27FC236}">
                            <a16:creationId xmlns:a16="http://schemas.microsoft.com/office/drawing/2014/main" id="{6ABB1999-73A5-2814-E051-8AA668F0CA71}"/>
                          </a:ext>
                        </a:extLst>
                      </p:cNvPr>
                      <p:cNvCxnSpPr>
                        <a:cxnSpLocks/>
                        <a:stCxn id="104" idx="3"/>
                        <a:endCxn id="110" idx="0"/>
                      </p:cNvCxnSpPr>
                      <p:nvPr/>
                    </p:nvCxnSpPr>
                    <p:spPr>
                      <a:xfrm>
                        <a:off x="4760374" y="534978"/>
                        <a:ext cx="338431" cy="0"/>
                      </a:xfrm>
                      <a:prstGeom prst="line">
                        <a:avLst/>
                      </a:prstGeom>
                      <a:ln>
                        <a:solidFill>
                          <a:schemeClr val="accent5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10" name="Rectángulo 109">
                        <a:extLst>
                          <a:ext uri="{FF2B5EF4-FFF2-40B4-BE49-F238E27FC236}">
                            <a16:creationId xmlns:a16="http://schemas.microsoft.com/office/drawing/2014/main" id="{A42F5789-26CE-52DC-F955-FC4E735658D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024748" y="534978"/>
                        <a:ext cx="148114" cy="121983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>
                        <a:solidFill>
                          <a:schemeClr val="accent5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endParaRPr lang="es-ES" dirty="0">
                          <a:solidFill>
                            <a:schemeClr val="accent5">
                              <a:lumMod val="75000"/>
                            </a:schemeClr>
                          </a:solidFill>
                        </a:endParaRPr>
                      </a:p>
                    </p:txBody>
                  </p:sp>
                </p:grpSp>
              </p:grpSp>
              <p:grpSp>
                <p:nvGrpSpPr>
                  <p:cNvPr id="113" name="Grupo 112">
                    <a:extLst>
                      <a:ext uri="{FF2B5EF4-FFF2-40B4-BE49-F238E27FC236}">
                        <a16:creationId xmlns:a16="http://schemas.microsoft.com/office/drawing/2014/main" id="{8479766D-FEF0-27DA-EA77-1D4ED82FC1E4}"/>
                      </a:ext>
                    </a:extLst>
                  </p:cNvPr>
                  <p:cNvGrpSpPr/>
                  <p:nvPr/>
                </p:nvGrpSpPr>
                <p:grpSpPr>
                  <a:xfrm>
                    <a:off x="5550646" y="4592182"/>
                    <a:ext cx="2952677" cy="660959"/>
                    <a:chOff x="2628793" y="1850276"/>
                    <a:chExt cx="2952677" cy="660959"/>
                  </a:xfrm>
                </p:grpSpPr>
                <p:sp>
                  <p:nvSpPr>
                    <p:cNvPr id="114" name="CuadroTexto 113">
                      <a:extLst>
                        <a:ext uri="{FF2B5EF4-FFF2-40B4-BE49-F238E27FC236}">
                          <a16:creationId xmlns:a16="http://schemas.microsoft.com/office/drawing/2014/main" id="{9A600CCD-3B0C-7D5E-D469-DE9E440135B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078027" y="1850276"/>
                      <a:ext cx="1696458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>
                      <a:defPPr>
                        <a:defRPr lang="es-ES"/>
                      </a:defPPr>
                      <a:lvl1pPr algn="ctr">
                        <a:defRPr sz="1400"/>
                      </a:lvl1pPr>
                    </a:lstStyle>
                    <a:p>
                      <a:r>
                        <a:rPr lang="es-ES" sz="1200" b="1" dirty="0"/>
                        <a:t>Habitación</a:t>
                      </a:r>
                    </a:p>
                  </p:txBody>
                </p:sp>
                <p:sp>
                  <p:nvSpPr>
                    <p:cNvPr id="115" name="CuadroTexto 114">
                      <a:extLst>
                        <a:ext uri="{FF2B5EF4-FFF2-40B4-BE49-F238E27FC236}">
                          <a16:creationId xmlns:a16="http://schemas.microsoft.com/office/drawing/2014/main" id="{C0228D6E-E84D-60AD-DB26-C66B99A985C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916496" y="2075457"/>
                      <a:ext cx="2664974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>
                      <a:defPPr>
                        <a:defRPr lang="es-ES"/>
                      </a:defPPr>
                      <a:lvl1pPr algn="ctr">
                        <a:defRPr sz="1400"/>
                      </a:lvl1pPr>
                    </a:lstStyle>
                    <a:p>
                      <a:pPr algn="l"/>
                      <a:r>
                        <a:rPr lang="es-ES" sz="1100" dirty="0"/>
                        <a:t>Se pasa de habitación</a:t>
                      </a:r>
                    </a:p>
                  </p:txBody>
                </p:sp>
                <p:grpSp>
                  <p:nvGrpSpPr>
                    <p:cNvPr id="116" name="Grupo 115">
                      <a:extLst>
                        <a:ext uri="{FF2B5EF4-FFF2-40B4-BE49-F238E27FC236}">
                          <a16:creationId xmlns:a16="http://schemas.microsoft.com/office/drawing/2014/main" id="{75357EF6-779A-4585-FFA6-4E0A112970D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628793" y="1986858"/>
                      <a:ext cx="449234" cy="512632"/>
                      <a:chOff x="2625521" y="540565"/>
                      <a:chExt cx="449234" cy="1214243"/>
                    </a:xfrm>
                  </p:grpSpPr>
                  <p:sp>
                    <p:nvSpPr>
                      <p:cNvPr id="121" name="Rectángulo 120">
                        <a:extLst>
                          <a:ext uri="{FF2B5EF4-FFF2-40B4-BE49-F238E27FC236}">
                            <a16:creationId xmlns:a16="http://schemas.microsoft.com/office/drawing/2014/main" id="{C772C645-9DB8-0D91-1C0A-4D33BB08890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625521" y="540565"/>
                        <a:ext cx="177535" cy="1214243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>
                        <a:solidFill>
                          <a:schemeClr val="accent5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endParaRPr lang="es-ES" dirty="0">
                          <a:solidFill>
                            <a:schemeClr val="accent5">
                              <a:lumMod val="75000"/>
                            </a:schemeClr>
                          </a:solidFill>
                        </a:endParaRPr>
                      </a:p>
                    </p:txBody>
                  </p:sp>
                  <p:cxnSp>
                    <p:nvCxnSpPr>
                      <p:cNvPr id="122" name="Conector recto 121">
                        <a:extLst>
                          <a:ext uri="{FF2B5EF4-FFF2-40B4-BE49-F238E27FC236}">
                            <a16:creationId xmlns:a16="http://schemas.microsoft.com/office/drawing/2014/main" id="{C7F90E1C-87EE-687B-61C5-E3476251D160}"/>
                          </a:ext>
                        </a:extLst>
                      </p:cNvPr>
                      <p:cNvCxnSpPr>
                        <a:cxnSpLocks/>
                        <a:stCxn id="121" idx="0"/>
                        <a:endCxn id="114" idx="1"/>
                      </p:cNvCxnSpPr>
                      <p:nvPr/>
                    </p:nvCxnSpPr>
                    <p:spPr>
                      <a:xfrm>
                        <a:off x="2714289" y="540565"/>
                        <a:ext cx="360466" cy="4543"/>
                      </a:xfrm>
                      <a:prstGeom prst="line">
                        <a:avLst/>
                      </a:prstGeom>
                      <a:ln>
                        <a:solidFill>
                          <a:schemeClr val="accent5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117" name="Conector recto de flecha 116">
                      <a:extLst>
                        <a:ext uri="{FF2B5EF4-FFF2-40B4-BE49-F238E27FC236}">
                          <a16:creationId xmlns:a16="http://schemas.microsoft.com/office/drawing/2014/main" id="{A18B54A7-9917-EE8E-6CFF-51C98AA3B6F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775402" y="2327859"/>
                      <a:ext cx="2160591" cy="0"/>
                    </a:xfrm>
                    <a:prstGeom prst="straightConnector1">
                      <a:avLst/>
                    </a:prstGeom>
                    <a:ln w="9525">
                      <a:solidFill>
                        <a:schemeClr val="accent5">
                          <a:lumMod val="75000"/>
                        </a:schemeClr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118" name="Grupo 117">
                      <a:extLst>
                        <a:ext uri="{FF2B5EF4-FFF2-40B4-BE49-F238E27FC236}">
                          <a16:creationId xmlns:a16="http://schemas.microsoft.com/office/drawing/2014/main" id="{0407E083-DFEB-44EF-6283-E8573C7CD6D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74485" y="1988776"/>
                      <a:ext cx="413003" cy="522459"/>
                      <a:chOff x="4760374" y="534978"/>
                      <a:chExt cx="413003" cy="1219830"/>
                    </a:xfrm>
                  </p:grpSpPr>
                  <p:cxnSp>
                    <p:nvCxnSpPr>
                      <p:cNvPr id="119" name="Conector recto 118">
                        <a:extLst>
                          <a:ext uri="{FF2B5EF4-FFF2-40B4-BE49-F238E27FC236}">
                            <a16:creationId xmlns:a16="http://schemas.microsoft.com/office/drawing/2014/main" id="{7725E189-3C90-0A17-2EDE-3D706AAF4EE6}"/>
                          </a:ext>
                        </a:extLst>
                      </p:cNvPr>
                      <p:cNvCxnSpPr>
                        <a:cxnSpLocks/>
                        <a:stCxn id="114" idx="3"/>
                        <a:endCxn id="120" idx="0"/>
                      </p:cNvCxnSpPr>
                      <p:nvPr/>
                    </p:nvCxnSpPr>
                    <p:spPr>
                      <a:xfrm>
                        <a:off x="4760374" y="534978"/>
                        <a:ext cx="339168" cy="0"/>
                      </a:xfrm>
                      <a:prstGeom prst="line">
                        <a:avLst/>
                      </a:prstGeom>
                      <a:ln>
                        <a:solidFill>
                          <a:schemeClr val="accent5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20" name="Rectángulo 119">
                        <a:extLst>
                          <a:ext uri="{FF2B5EF4-FFF2-40B4-BE49-F238E27FC236}">
                            <a16:creationId xmlns:a16="http://schemas.microsoft.com/office/drawing/2014/main" id="{EC49FDE5-06EB-E65E-E357-DAB399D2ADA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025707" y="534978"/>
                        <a:ext cx="147670" cy="121983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>
                        <a:solidFill>
                          <a:schemeClr val="accent5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endParaRPr lang="es-ES" dirty="0">
                          <a:solidFill>
                            <a:schemeClr val="accent5">
                              <a:lumMod val="75000"/>
                            </a:schemeClr>
                          </a:solidFill>
                        </a:endParaRPr>
                      </a:p>
                    </p:txBody>
                  </p:sp>
                </p:grpSp>
              </p:grpSp>
              <p:grpSp>
                <p:nvGrpSpPr>
                  <p:cNvPr id="123" name="Grupo 122">
                    <a:extLst>
                      <a:ext uri="{FF2B5EF4-FFF2-40B4-BE49-F238E27FC236}">
                        <a16:creationId xmlns:a16="http://schemas.microsoft.com/office/drawing/2014/main" id="{65CEC536-E6D0-4EDE-3B69-EE4F543EA802}"/>
                      </a:ext>
                    </a:extLst>
                  </p:cNvPr>
                  <p:cNvGrpSpPr/>
                  <p:nvPr/>
                </p:nvGrpSpPr>
                <p:grpSpPr>
                  <a:xfrm>
                    <a:off x="5553102" y="5100221"/>
                    <a:ext cx="2952677" cy="660959"/>
                    <a:chOff x="2628793" y="1850276"/>
                    <a:chExt cx="2952677" cy="660959"/>
                  </a:xfrm>
                </p:grpSpPr>
                <p:sp>
                  <p:nvSpPr>
                    <p:cNvPr id="124" name="CuadroTexto 123">
                      <a:extLst>
                        <a:ext uri="{FF2B5EF4-FFF2-40B4-BE49-F238E27FC236}">
                          <a16:creationId xmlns:a16="http://schemas.microsoft.com/office/drawing/2014/main" id="{7294492A-F1B1-956F-EE1C-2B0DF7723B0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078027" y="1850276"/>
                      <a:ext cx="1696458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>
                      <a:defPPr>
                        <a:defRPr lang="es-ES"/>
                      </a:defPPr>
                      <a:lvl1pPr algn="ctr">
                        <a:defRPr sz="1400"/>
                      </a:lvl1pPr>
                    </a:lstStyle>
                    <a:p>
                      <a:r>
                        <a:rPr lang="es-ES" sz="1200" b="1" dirty="0"/>
                        <a:t>Distancia</a:t>
                      </a:r>
                    </a:p>
                  </p:txBody>
                </p:sp>
                <p:sp>
                  <p:nvSpPr>
                    <p:cNvPr id="125" name="CuadroTexto 124">
                      <a:extLst>
                        <a:ext uri="{FF2B5EF4-FFF2-40B4-BE49-F238E27FC236}">
                          <a16:creationId xmlns:a16="http://schemas.microsoft.com/office/drawing/2014/main" id="{C958B9FC-B9A2-76D7-8789-6878A0FC33A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916496" y="2075457"/>
                      <a:ext cx="2664974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>
                      <a:defPPr>
                        <a:defRPr lang="es-ES"/>
                      </a:defPPr>
                      <a:lvl1pPr algn="ctr">
                        <a:defRPr sz="1400"/>
                      </a:lvl1pPr>
                    </a:lstStyle>
                    <a:p>
                      <a:pPr algn="l"/>
                      <a:r>
                        <a:rPr lang="es-ES" sz="1100" dirty="0"/>
                        <a:t>Seleccionar casilla</a:t>
                      </a:r>
                    </a:p>
                  </p:txBody>
                </p:sp>
                <p:grpSp>
                  <p:nvGrpSpPr>
                    <p:cNvPr id="126" name="Grupo 125">
                      <a:extLst>
                        <a:ext uri="{FF2B5EF4-FFF2-40B4-BE49-F238E27FC236}">
                          <a16:creationId xmlns:a16="http://schemas.microsoft.com/office/drawing/2014/main" id="{76B6F38C-B27E-67A3-89A2-EED8DCDFF9A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628793" y="1986858"/>
                      <a:ext cx="449234" cy="512632"/>
                      <a:chOff x="2625521" y="540565"/>
                      <a:chExt cx="449234" cy="1214243"/>
                    </a:xfrm>
                  </p:grpSpPr>
                  <p:sp>
                    <p:nvSpPr>
                      <p:cNvPr id="131" name="Rectángulo 130">
                        <a:extLst>
                          <a:ext uri="{FF2B5EF4-FFF2-40B4-BE49-F238E27FC236}">
                            <a16:creationId xmlns:a16="http://schemas.microsoft.com/office/drawing/2014/main" id="{EAF7BA6A-A1B7-6B68-E57C-A50CB25157C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625521" y="540565"/>
                        <a:ext cx="176976" cy="1214243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>
                        <a:solidFill>
                          <a:schemeClr val="accent5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endParaRPr lang="es-ES" dirty="0">
                          <a:solidFill>
                            <a:schemeClr val="accent5">
                              <a:lumMod val="75000"/>
                            </a:schemeClr>
                          </a:solidFill>
                        </a:endParaRPr>
                      </a:p>
                    </p:txBody>
                  </p:sp>
                  <p:cxnSp>
                    <p:nvCxnSpPr>
                      <p:cNvPr id="132" name="Conector recto 131">
                        <a:extLst>
                          <a:ext uri="{FF2B5EF4-FFF2-40B4-BE49-F238E27FC236}">
                            <a16:creationId xmlns:a16="http://schemas.microsoft.com/office/drawing/2014/main" id="{EF9CFC46-671D-5432-EDE6-6E875FCBC099}"/>
                          </a:ext>
                        </a:extLst>
                      </p:cNvPr>
                      <p:cNvCxnSpPr>
                        <a:cxnSpLocks/>
                        <a:stCxn id="131" idx="0"/>
                        <a:endCxn id="124" idx="1"/>
                      </p:cNvCxnSpPr>
                      <p:nvPr/>
                    </p:nvCxnSpPr>
                    <p:spPr>
                      <a:xfrm>
                        <a:off x="2714009" y="540565"/>
                        <a:ext cx="360746" cy="4543"/>
                      </a:xfrm>
                      <a:prstGeom prst="line">
                        <a:avLst/>
                      </a:prstGeom>
                      <a:ln>
                        <a:solidFill>
                          <a:schemeClr val="accent5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127" name="Conector recto de flecha 126">
                      <a:extLst>
                        <a:ext uri="{FF2B5EF4-FFF2-40B4-BE49-F238E27FC236}">
                          <a16:creationId xmlns:a16="http://schemas.microsoft.com/office/drawing/2014/main" id="{6A88AA2B-17C2-538F-96B4-3DCC908A288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775402" y="2327859"/>
                      <a:ext cx="2160591" cy="0"/>
                    </a:xfrm>
                    <a:prstGeom prst="straightConnector1">
                      <a:avLst/>
                    </a:prstGeom>
                    <a:ln w="9525">
                      <a:solidFill>
                        <a:schemeClr val="accent5">
                          <a:lumMod val="75000"/>
                        </a:schemeClr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128" name="Grupo 127">
                      <a:extLst>
                        <a:ext uri="{FF2B5EF4-FFF2-40B4-BE49-F238E27FC236}">
                          <a16:creationId xmlns:a16="http://schemas.microsoft.com/office/drawing/2014/main" id="{D6D85961-02B9-5816-A676-CADDBE99EB7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74485" y="1988776"/>
                      <a:ext cx="412488" cy="522459"/>
                      <a:chOff x="4760374" y="534978"/>
                      <a:chExt cx="412488" cy="1219830"/>
                    </a:xfrm>
                  </p:grpSpPr>
                  <p:cxnSp>
                    <p:nvCxnSpPr>
                      <p:cNvPr id="129" name="Conector recto 128">
                        <a:extLst>
                          <a:ext uri="{FF2B5EF4-FFF2-40B4-BE49-F238E27FC236}">
                            <a16:creationId xmlns:a16="http://schemas.microsoft.com/office/drawing/2014/main" id="{3E8F68FA-DF96-5457-1CCA-B76EFBBB2A7C}"/>
                          </a:ext>
                        </a:extLst>
                      </p:cNvPr>
                      <p:cNvCxnSpPr>
                        <a:cxnSpLocks/>
                        <a:stCxn id="124" idx="3"/>
                        <a:endCxn id="130" idx="0"/>
                      </p:cNvCxnSpPr>
                      <p:nvPr/>
                    </p:nvCxnSpPr>
                    <p:spPr>
                      <a:xfrm>
                        <a:off x="4760374" y="534978"/>
                        <a:ext cx="338431" cy="0"/>
                      </a:xfrm>
                      <a:prstGeom prst="line">
                        <a:avLst/>
                      </a:prstGeom>
                      <a:ln>
                        <a:solidFill>
                          <a:schemeClr val="accent5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30" name="Rectángulo 129">
                        <a:extLst>
                          <a:ext uri="{FF2B5EF4-FFF2-40B4-BE49-F238E27FC236}">
                            <a16:creationId xmlns:a16="http://schemas.microsoft.com/office/drawing/2014/main" id="{284879F9-98BD-4B91-EF4A-E1CE000F928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024748" y="534978"/>
                        <a:ext cx="148114" cy="121983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>
                        <a:solidFill>
                          <a:schemeClr val="accent5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endParaRPr lang="es-ES" dirty="0">
                          <a:solidFill>
                            <a:schemeClr val="accent5">
                              <a:lumMod val="75000"/>
                            </a:schemeClr>
                          </a:solidFill>
                        </a:endParaRPr>
                      </a:p>
                    </p:txBody>
                  </p:sp>
                </p:grpSp>
              </p:grpSp>
              <p:grpSp>
                <p:nvGrpSpPr>
                  <p:cNvPr id="171" name="Grupo 170">
                    <a:extLst>
                      <a:ext uri="{FF2B5EF4-FFF2-40B4-BE49-F238E27FC236}">
                        <a16:creationId xmlns:a16="http://schemas.microsoft.com/office/drawing/2014/main" id="{65BAF2C1-9028-4351-6D3B-2397F0EF89BE}"/>
                      </a:ext>
                    </a:extLst>
                  </p:cNvPr>
                  <p:cNvGrpSpPr/>
                  <p:nvPr/>
                </p:nvGrpSpPr>
                <p:grpSpPr>
                  <a:xfrm>
                    <a:off x="5553102" y="5614828"/>
                    <a:ext cx="2952677" cy="660959"/>
                    <a:chOff x="2628793" y="1850276"/>
                    <a:chExt cx="2952677" cy="660959"/>
                  </a:xfrm>
                </p:grpSpPr>
                <p:sp>
                  <p:nvSpPr>
                    <p:cNvPr id="172" name="CuadroTexto 171">
                      <a:extLst>
                        <a:ext uri="{FF2B5EF4-FFF2-40B4-BE49-F238E27FC236}">
                          <a16:creationId xmlns:a16="http://schemas.microsoft.com/office/drawing/2014/main" id="{C845EEED-3185-B490-5CB0-967D19F4FFD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078027" y="1850276"/>
                      <a:ext cx="1696458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>
                      <a:defPPr>
                        <a:defRPr lang="es-ES"/>
                      </a:defPPr>
                      <a:lvl1pPr algn="ctr">
                        <a:defRPr sz="1400"/>
                      </a:lvl1pPr>
                    </a:lstStyle>
                    <a:p>
                      <a:r>
                        <a:rPr lang="es-ES" sz="1200" b="1" dirty="0"/>
                        <a:t>Registro</a:t>
                      </a:r>
                    </a:p>
                  </p:txBody>
                </p:sp>
                <p:sp>
                  <p:nvSpPr>
                    <p:cNvPr id="173" name="CuadroTexto 172">
                      <a:extLst>
                        <a:ext uri="{FF2B5EF4-FFF2-40B4-BE49-F238E27FC236}">
                          <a16:creationId xmlns:a16="http://schemas.microsoft.com/office/drawing/2014/main" id="{F89F26CD-2DC9-6536-CFFD-D85AD98D135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916496" y="2075457"/>
                      <a:ext cx="2664974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>
                      <a:defPPr>
                        <a:defRPr lang="es-ES"/>
                      </a:defPPr>
                      <a:lvl1pPr algn="ctr">
                        <a:defRPr sz="1400"/>
                      </a:lvl1pPr>
                    </a:lstStyle>
                    <a:p>
                      <a:pPr algn="l"/>
                      <a:r>
                        <a:rPr lang="es-ES" sz="1100" dirty="0"/>
                        <a:t>Se desarrolla la partida</a:t>
                      </a:r>
                    </a:p>
                  </p:txBody>
                </p:sp>
                <p:grpSp>
                  <p:nvGrpSpPr>
                    <p:cNvPr id="174" name="Grupo 173">
                      <a:extLst>
                        <a:ext uri="{FF2B5EF4-FFF2-40B4-BE49-F238E27FC236}">
                          <a16:creationId xmlns:a16="http://schemas.microsoft.com/office/drawing/2014/main" id="{DC3C155F-63B3-B845-6D7E-37859D216FB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628793" y="1986858"/>
                      <a:ext cx="449234" cy="512632"/>
                      <a:chOff x="2625521" y="540565"/>
                      <a:chExt cx="449234" cy="1214243"/>
                    </a:xfrm>
                  </p:grpSpPr>
                  <p:sp>
                    <p:nvSpPr>
                      <p:cNvPr id="179" name="Rectángulo 178">
                        <a:extLst>
                          <a:ext uri="{FF2B5EF4-FFF2-40B4-BE49-F238E27FC236}">
                            <a16:creationId xmlns:a16="http://schemas.microsoft.com/office/drawing/2014/main" id="{1E69965C-195E-4A4A-9F07-3F749289473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625521" y="540565"/>
                        <a:ext cx="176976" cy="1214243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>
                        <a:solidFill>
                          <a:schemeClr val="accent5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endParaRPr lang="es-ES" dirty="0">
                          <a:solidFill>
                            <a:schemeClr val="accent5">
                              <a:lumMod val="75000"/>
                            </a:schemeClr>
                          </a:solidFill>
                        </a:endParaRPr>
                      </a:p>
                    </p:txBody>
                  </p:sp>
                  <p:cxnSp>
                    <p:nvCxnSpPr>
                      <p:cNvPr id="180" name="Conector recto 179">
                        <a:extLst>
                          <a:ext uri="{FF2B5EF4-FFF2-40B4-BE49-F238E27FC236}">
                            <a16:creationId xmlns:a16="http://schemas.microsoft.com/office/drawing/2014/main" id="{06938148-7259-C6D3-9677-4396664823CC}"/>
                          </a:ext>
                        </a:extLst>
                      </p:cNvPr>
                      <p:cNvCxnSpPr>
                        <a:cxnSpLocks/>
                        <a:stCxn id="179" idx="0"/>
                        <a:endCxn id="172" idx="1"/>
                      </p:cNvCxnSpPr>
                      <p:nvPr/>
                    </p:nvCxnSpPr>
                    <p:spPr>
                      <a:xfrm>
                        <a:off x="2714009" y="540565"/>
                        <a:ext cx="360746" cy="4543"/>
                      </a:xfrm>
                      <a:prstGeom prst="line">
                        <a:avLst/>
                      </a:prstGeom>
                      <a:ln>
                        <a:solidFill>
                          <a:schemeClr val="accent5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175" name="Conector recto de flecha 174">
                      <a:extLst>
                        <a:ext uri="{FF2B5EF4-FFF2-40B4-BE49-F238E27FC236}">
                          <a16:creationId xmlns:a16="http://schemas.microsoft.com/office/drawing/2014/main" id="{ABB0D606-7E25-9F3E-DD62-5FEBD59E3A8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775402" y="2327859"/>
                      <a:ext cx="2160591" cy="0"/>
                    </a:xfrm>
                    <a:prstGeom prst="straightConnector1">
                      <a:avLst/>
                    </a:prstGeom>
                    <a:ln w="9525">
                      <a:solidFill>
                        <a:schemeClr val="accent5">
                          <a:lumMod val="75000"/>
                        </a:schemeClr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176" name="Grupo 175">
                      <a:extLst>
                        <a:ext uri="{FF2B5EF4-FFF2-40B4-BE49-F238E27FC236}">
                          <a16:creationId xmlns:a16="http://schemas.microsoft.com/office/drawing/2014/main" id="{BABE10FA-47A1-F0BD-E53E-5A4E31D88F7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74485" y="1988776"/>
                      <a:ext cx="412488" cy="522459"/>
                      <a:chOff x="4760374" y="534978"/>
                      <a:chExt cx="412488" cy="1219830"/>
                    </a:xfrm>
                  </p:grpSpPr>
                  <p:cxnSp>
                    <p:nvCxnSpPr>
                      <p:cNvPr id="177" name="Conector recto 176">
                        <a:extLst>
                          <a:ext uri="{FF2B5EF4-FFF2-40B4-BE49-F238E27FC236}">
                            <a16:creationId xmlns:a16="http://schemas.microsoft.com/office/drawing/2014/main" id="{9E02A331-DC8C-D8C0-9D3A-8A1834EBFE2F}"/>
                          </a:ext>
                        </a:extLst>
                      </p:cNvPr>
                      <p:cNvCxnSpPr>
                        <a:cxnSpLocks/>
                        <a:stCxn id="172" idx="3"/>
                        <a:endCxn id="178" idx="0"/>
                      </p:cNvCxnSpPr>
                      <p:nvPr/>
                    </p:nvCxnSpPr>
                    <p:spPr>
                      <a:xfrm>
                        <a:off x="4760374" y="534978"/>
                        <a:ext cx="338431" cy="0"/>
                      </a:xfrm>
                      <a:prstGeom prst="line">
                        <a:avLst/>
                      </a:prstGeom>
                      <a:ln>
                        <a:solidFill>
                          <a:schemeClr val="accent5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78" name="Rectángulo 177">
                        <a:extLst>
                          <a:ext uri="{FF2B5EF4-FFF2-40B4-BE49-F238E27FC236}">
                            <a16:creationId xmlns:a16="http://schemas.microsoft.com/office/drawing/2014/main" id="{FC8654DC-B1A8-F597-E668-0C42B37A075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024748" y="534978"/>
                        <a:ext cx="148114" cy="121983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>
                        <a:solidFill>
                          <a:schemeClr val="accent5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endParaRPr lang="es-ES" dirty="0">
                          <a:solidFill>
                            <a:schemeClr val="accent5">
                              <a:lumMod val="75000"/>
                            </a:schemeClr>
                          </a:solidFill>
                        </a:endParaRPr>
                      </a:p>
                    </p:txBody>
                  </p:sp>
                </p:grpSp>
              </p:grpSp>
            </p:grpSp>
            <p:sp>
              <p:nvSpPr>
                <p:cNvPr id="184" name="CuadroTexto 183">
                  <a:extLst>
                    <a:ext uri="{FF2B5EF4-FFF2-40B4-BE49-F238E27FC236}">
                      <a16:creationId xmlns:a16="http://schemas.microsoft.com/office/drawing/2014/main" id="{B9233616-32BE-C373-09F5-D74F1E601752}"/>
                    </a:ext>
                  </a:extLst>
                </p:cNvPr>
                <p:cNvSpPr txBox="1"/>
                <p:nvPr/>
              </p:nvSpPr>
              <p:spPr>
                <a:xfrm>
                  <a:off x="-28624" y="-9509"/>
                  <a:ext cx="105588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s-ES"/>
                  </a:defPPr>
                  <a:lvl1pPr algn="ctr">
                    <a:defRPr sz="1400"/>
                  </a:lvl1pPr>
                </a:lstStyle>
                <a:p>
                  <a:r>
                    <a:rPr lang="es-ES" sz="1200" b="1" dirty="0"/>
                    <a:t>JUGADOR</a:t>
                  </a:r>
                  <a:endParaRPr lang="es-ES" sz="1100" b="1" dirty="0"/>
                </a:p>
              </p:txBody>
            </p:sp>
            <p:cxnSp>
              <p:nvCxnSpPr>
                <p:cNvPr id="185" name="Conector recto 184">
                  <a:extLst>
                    <a:ext uri="{FF2B5EF4-FFF2-40B4-BE49-F238E27FC236}">
                      <a16:creationId xmlns:a16="http://schemas.microsoft.com/office/drawing/2014/main" id="{F66353EA-5402-87FC-A82F-CE35E543EEF6}"/>
                    </a:ext>
                  </a:extLst>
                </p:cNvPr>
                <p:cNvCxnSpPr>
                  <a:cxnSpLocks/>
                  <a:stCxn id="79" idx="0"/>
                  <a:endCxn id="184" idx="2"/>
                </p:cNvCxnSpPr>
                <p:nvPr/>
              </p:nvCxnSpPr>
              <p:spPr>
                <a:xfrm flipH="1" flipV="1">
                  <a:off x="499318" y="267490"/>
                  <a:ext cx="830" cy="150296"/>
                </a:xfrm>
                <a:prstGeom prst="line">
                  <a:avLst/>
                </a:prstGeom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94" name="CuadroTexto 193">
                <a:extLst>
                  <a:ext uri="{FF2B5EF4-FFF2-40B4-BE49-F238E27FC236}">
                    <a16:creationId xmlns:a16="http://schemas.microsoft.com/office/drawing/2014/main" id="{6F8948B8-D66E-10D5-90D4-1B2DCF694727}"/>
                  </a:ext>
                </a:extLst>
              </p:cNvPr>
              <p:cNvSpPr txBox="1"/>
              <p:nvPr/>
            </p:nvSpPr>
            <p:spPr>
              <a:xfrm>
                <a:off x="3891012" y="139289"/>
                <a:ext cx="105588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algn="ctr">
                  <a:defRPr sz="1400"/>
                </a:lvl1pPr>
              </a:lstStyle>
              <a:p>
                <a:r>
                  <a:rPr lang="es-ES" sz="1200" b="1" dirty="0"/>
                  <a:t>PANTALLA</a:t>
                </a:r>
                <a:endParaRPr lang="es-ES" sz="1100" b="1" dirty="0"/>
              </a:p>
            </p:txBody>
          </p:sp>
          <p:cxnSp>
            <p:nvCxnSpPr>
              <p:cNvPr id="195" name="Conector recto 194">
                <a:extLst>
                  <a:ext uri="{FF2B5EF4-FFF2-40B4-BE49-F238E27FC236}">
                    <a16:creationId xmlns:a16="http://schemas.microsoft.com/office/drawing/2014/main" id="{F2F37800-C166-BE7C-DBEF-35C6CEEDB998}"/>
                  </a:ext>
                </a:extLst>
              </p:cNvPr>
              <p:cNvCxnSpPr>
                <a:cxnSpLocks/>
                <a:stCxn id="78" idx="0"/>
                <a:endCxn id="194" idx="2"/>
              </p:cNvCxnSpPr>
              <p:nvPr/>
            </p:nvCxnSpPr>
            <p:spPr>
              <a:xfrm flipH="1" flipV="1">
                <a:off x="4418954" y="416288"/>
                <a:ext cx="3697" cy="148232"/>
              </a:xfrm>
              <a:prstGeom prst="line">
                <a:avLst/>
              </a:prstGeom>
              <a:ln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05" name="Conector recto 204">
              <a:extLst>
                <a:ext uri="{FF2B5EF4-FFF2-40B4-BE49-F238E27FC236}">
                  <a16:creationId xmlns:a16="http://schemas.microsoft.com/office/drawing/2014/main" id="{D96E41CB-D74C-3C07-36EF-E68C93A7FAAD}"/>
                </a:ext>
              </a:extLst>
            </p:cNvPr>
            <p:cNvCxnSpPr>
              <a:cxnSpLocks/>
              <a:stCxn id="78" idx="0"/>
              <a:endCxn id="206" idx="0"/>
            </p:cNvCxnSpPr>
            <p:nvPr/>
          </p:nvCxnSpPr>
          <p:spPr>
            <a:xfrm flipV="1">
              <a:off x="4422651" y="562185"/>
              <a:ext cx="2410190" cy="2335"/>
            </a:xfrm>
            <a:prstGeom prst="line">
              <a:avLst/>
            </a:prstGeom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6" name="Rectángulo 205">
              <a:extLst>
                <a:ext uri="{FF2B5EF4-FFF2-40B4-BE49-F238E27FC236}">
                  <a16:creationId xmlns:a16="http://schemas.microsoft.com/office/drawing/2014/main" id="{70E4173C-7806-4A6C-1656-0EB75F3B31EF}"/>
                </a:ext>
              </a:extLst>
            </p:cNvPr>
            <p:cNvSpPr/>
            <p:nvPr/>
          </p:nvSpPr>
          <p:spPr>
            <a:xfrm>
              <a:off x="6753472" y="562185"/>
              <a:ext cx="158738" cy="1267372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s-ES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21" name="CuadroTexto 220">
              <a:extLst>
                <a:ext uri="{FF2B5EF4-FFF2-40B4-BE49-F238E27FC236}">
                  <a16:creationId xmlns:a16="http://schemas.microsoft.com/office/drawing/2014/main" id="{D0A0F24C-97E9-D771-34F0-6F5F77F31D72}"/>
                </a:ext>
              </a:extLst>
            </p:cNvPr>
            <p:cNvSpPr txBox="1"/>
            <p:nvPr/>
          </p:nvSpPr>
          <p:spPr>
            <a:xfrm>
              <a:off x="4569829" y="680515"/>
              <a:ext cx="170394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algn="ctr">
                <a:defRPr sz="1400"/>
              </a:lvl1pPr>
            </a:lstStyle>
            <a:p>
              <a:pPr algn="l"/>
              <a:r>
                <a:rPr lang="es-ES" sz="1050" dirty="0"/>
                <a:t>Moverse</a:t>
              </a:r>
            </a:p>
          </p:txBody>
        </p:sp>
        <p:sp>
          <p:nvSpPr>
            <p:cNvPr id="222" name="CuadroTexto 221">
              <a:extLst>
                <a:ext uri="{FF2B5EF4-FFF2-40B4-BE49-F238E27FC236}">
                  <a16:creationId xmlns:a16="http://schemas.microsoft.com/office/drawing/2014/main" id="{93FF2716-31E9-F819-1AD0-64BEAF940B5A}"/>
                </a:ext>
              </a:extLst>
            </p:cNvPr>
            <p:cNvSpPr txBox="1"/>
            <p:nvPr/>
          </p:nvSpPr>
          <p:spPr>
            <a:xfrm>
              <a:off x="4571920" y="912648"/>
              <a:ext cx="203873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algn="ctr">
                <a:defRPr sz="1400"/>
              </a:lvl1pPr>
            </a:lstStyle>
            <a:p>
              <a:pPr algn="l"/>
              <a:r>
                <a:rPr lang="es-ES" sz="1050" dirty="0"/>
                <a:t>Coger objeto</a:t>
              </a:r>
            </a:p>
          </p:txBody>
        </p:sp>
        <p:sp>
          <p:nvSpPr>
            <p:cNvPr id="223" name="CuadroTexto 222">
              <a:extLst>
                <a:ext uri="{FF2B5EF4-FFF2-40B4-BE49-F238E27FC236}">
                  <a16:creationId xmlns:a16="http://schemas.microsoft.com/office/drawing/2014/main" id="{2C6D2334-812F-32FB-D163-612C312BFA93}"/>
                </a:ext>
              </a:extLst>
            </p:cNvPr>
            <p:cNvSpPr txBox="1"/>
            <p:nvPr/>
          </p:nvSpPr>
          <p:spPr>
            <a:xfrm>
              <a:off x="4569829" y="1185011"/>
              <a:ext cx="203873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algn="ctr">
                <a:defRPr sz="1400"/>
              </a:lvl1pPr>
            </a:lstStyle>
            <a:p>
              <a:pPr algn="l"/>
              <a:r>
                <a:rPr lang="es-ES" sz="1050" dirty="0"/>
                <a:t>Atacar enemigo</a:t>
              </a:r>
            </a:p>
          </p:txBody>
        </p:sp>
        <p:sp>
          <p:nvSpPr>
            <p:cNvPr id="224" name="CuadroTexto 223">
              <a:extLst>
                <a:ext uri="{FF2B5EF4-FFF2-40B4-BE49-F238E27FC236}">
                  <a16:creationId xmlns:a16="http://schemas.microsoft.com/office/drawing/2014/main" id="{7EB30DF6-E4EA-D8A9-7442-214D7059BE3B}"/>
                </a:ext>
              </a:extLst>
            </p:cNvPr>
            <p:cNvSpPr txBox="1"/>
            <p:nvPr/>
          </p:nvSpPr>
          <p:spPr>
            <a:xfrm>
              <a:off x="4574120" y="1447474"/>
              <a:ext cx="2386276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algn="ctr">
                <a:defRPr sz="1400"/>
              </a:lvl1pPr>
            </a:lstStyle>
            <a:p>
              <a:pPr algn="l"/>
              <a:r>
                <a:rPr lang="es-ES" sz="1050" dirty="0"/>
                <a:t>Tablero cambia</a:t>
              </a:r>
            </a:p>
          </p:txBody>
        </p:sp>
        <p:cxnSp>
          <p:nvCxnSpPr>
            <p:cNvPr id="225" name="Conector recto de flecha 224">
              <a:extLst>
                <a:ext uri="{FF2B5EF4-FFF2-40B4-BE49-F238E27FC236}">
                  <a16:creationId xmlns:a16="http://schemas.microsoft.com/office/drawing/2014/main" id="{C28EE2AD-E39D-A2C1-1A9D-FB560F505DDD}"/>
                </a:ext>
              </a:extLst>
            </p:cNvPr>
            <p:cNvCxnSpPr>
              <a:cxnSpLocks/>
            </p:cNvCxnSpPr>
            <p:nvPr/>
          </p:nvCxnSpPr>
          <p:spPr>
            <a:xfrm>
              <a:off x="4447977" y="894250"/>
              <a:ext cx="2160591" cy="0"/>
            </a:xfrm>
            <a:prstGeom prst="straightConnector1">
              <a:avLst/>
            </a:prstGeom>
            <a:ln w="9525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Conector recto de flecha 225">
              <a:extLst>
                <a:ext uri="{FF2B5EF4-FFF2-40B4-BE49-F238E27FC236}">
                  <a16:creationId xmlns:a16="http://schemas.microsoft.com/office/drawing/2014/main" id="{0A3AD3A3-C94E-5A9C-0300-3EB201BBB912}"/>
                </a:ext>
              </a:extLst>
            </p:cNvPr>
            <p:cNvCxnSpPr>
              <a:cxnSpLocks/>
            </p:cNvCxnSpPr>
            <p:nvPr/>
          </p:nvCxnSpPr>
          <p:spPr>
            <a:xfrm>
              <a:off x="4438346" y="1162092"/>
              <a:ext cx="2160591" cy="0"/>
            </a:xfrm>
            <a:prstGeom prst="straightConnector1">
              <a:avLst/>
            </a:prstGeom>
            <a:ln w="9525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Conector recto de flecha 226">
              <a:extLst>
                <a:ext uri="{FF2B5EF4-FFF2-40B4-BE49-F238E27FC236}">
                  <a16:creationId xmlns:a16="http://schemas.microsoft.com/office/drawing/2014/main" id="{6BC62B88-D1B6-0392-BE59-17026D4C771B}"/>
                </a:ext>
              </a:extLst>
            </p:cNvPr>
            <p:cNvCxnSpPr>
              <a:cxnSpLocks/>
            </p:cNvCxnSpPr>
            <p:nvPr/>
          </p:nvCxnSpPr>
          <p:spPr>
            <a:xfrm>
              <a:off x="4431975" y="1435495"/>
              <a:ext cx="2160591" cy="0"/>
            </a:xfrm>
            <a:prstGeom prst="straightConnector1">
              <a:avLst/>
            </a:prstGeom>
            <a:ln w="9525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Conector recto de flecha 227">
              <a:extLst>
                <a:ext uri="{FF2B5EF4-FFF2-40B4-BE49-F238E27FC236}">
                  <a16:creationId xmlns:a16="http://schemas.microsoft.com/office/drawing/2014/main" id="{39C43088-25DF-3346-562A-00D6C48CC42E}"/>
                </a:ext>
              </a:extLst>
            </p:cNvPr>
            <p:cNvCxnSpPr>
              <a:cxnSpLocks/>
            </p:cNvCxnSpPr>
            <p:nvPr/>
          </p:nvCxnSpPr>
          <p:spPr>
            <a:xfrm>
              <a:off x="4438345" y="1697958"/>
              <a:ext cx="2160591" cy="0"/>
            </a:xfrm>
            <a:prstGeom prst="straightConnector1">
              <a:avLst/>
            </a:prstGeom>
            <a:ln w="9525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8" name="Grupo 247">
              <a:extLst>
                <a:ext uri="{FF2B5EF4-FFF2-40B4-BE49-F238E27FC236}">
                  <a16:creationId xmlns:a16="http://schemas.microsoft.com/office/drawing/2014/main" id="{3C565E03-5978-E168-7B58-99D2B5444B49}"/>
                </a:ext>
              </a:extLst>
            </p:cNvPr>
            <p:cNvGrpSpPr/>
            <p:nvPr/>
          </p:nvGrpSpPr>
          <p:grpSpPr>
            <a:xfrm>
              <a:off x="4422651" y="1824861"/>
              <a:ext cx="2866868" cy="557914"/>
              <a:chOff x="4422651" y="1824861"/>
              <a:chExt cx="2866868" cy="557914"/>
            </a:xfrm>
          </p:grpSpPr>
          <p:sp>
            <p:nvSpPr>
              <p:cNvPr id="232" name="CuadroTexto 231">
                <a:extLst>
                  <a:ext uri="{FF2B5EF4-FFF2-40B4-BE49-F238E27FC236}">
                    <a16:creationId xmlns:a16="http://schemas.microsoft.com/office/drawing/2014/main" id="{5BA1262B-35EA-370C-3771-09422B30695A}"/>
                  </a:ext>
                </a:extLst>
              </p:cNvPr>
              <p:cNvSpPr txBox="1"/>
              <p:nvPr/>
            </p:nvSpPr>
            <p:spPr>
              <a:xfrm>
                <a:off x="4624545" y="1979217"/>
                <a:ext cx="266497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algn="ctr">
                  <a:defRPr sz="1400"/>
                </a:lvl1pPr>
              </a:lstStyle>
              <a:p>
                <a:pPr algn="l"/>
                <a:r>
                  <a:rPr lang="es-ES" sz="1100" dirty="0"/>
                  <a:t>Actualizar estadísticas enemigo</a:t>
                </a:r>
              </a:p>
            </p:txBody>
          </p:sp>
          <p:cxnSp>
            <p:nvCxnSpPr>
              <p:cNvPr id="233" name="Conector recto de flecha 232">
                <a:extLst>
                  <a:ext uri="{FF2B5EF4-FFF2-40B4-BE49-F238E27FC236}">
                    <a16:creationId xmlns:a16="http://schemas.microsoft.com/office/drawing/2014/main" id="{D5E83DEB-34DF-413A-66D8-15D77BDEA9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91069" y="2210847"/>
                <a:ext cx="2160591" cy="0"/>
              </a:xfrm>
              <a:prstGeom prst="straightConnector1">
                <a:avLst/>
              </a:prstGeom>
              <a:ln w="9525">
                <a:solidFill>
                  <a:schemeClr val="accent5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Conector recto 233">
                <a:extLst>
                  <a:ext uri="{FF2B5EF4-FFF2-40B4-BE49-F238E27FC236}">
                    <a16:creationId xmlns:a16="http://schemas.microsoft.com/office/drawing/2014/main" id="{248187C9-DFBB-2E0C-93F6-89DF0EECAF85}"/>
                  </a:ext>
                </a:extLst>
              </p:cNvPr>
              <p:cNvCxnSpPr>
                <a:cxnSpLocks/>
                <a:stCxn id="78" idx="2"/>
                <a:endCxn id="235" idx="0"/>
              </p:cNvCxnSpPr>
              <p:nvPr/>
            </p:nvCxnSpPr>
            <p:spPr>
              <a:xfrm flipV="1">
                <a:off x="4422651" y="1824861"/>
                <a:ext cx="2410191" cy="22916"/>
              </a:xfrm>
              <a:prstGeom prst="line">
                <a:avLst/>
              </a:prstGeom>
              <a:ln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5" name="Rectángulo 234">
                <a:extLst>
                  <a:ext uri="{FF2B5EF4-FFF2-40B4-BE49-F238E27FC236}">
                    <a16:creationId xmlns:a16="http://schemas.microsoft.com/office/drawing/2014/main" id="{EC66C729-1A83-B3DF-AA0C-1B2A8D3B6F73}"/>
                  </a:ext>
                </a:extLst>
              </p:cNvPr>
              <p:cNvSpPr/>
              <p:nvPr/>
            </p:nvSpPr>
            <p:spPr>
              <a:xfrm>
                <a:off x="6753473" y="1824861"/>
                <a:ext cx="158738" cy="557914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s-E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249" name="Grupo 248">
              <a:extLst>
                <a:ext uri="{FF2B5EF4-FFF2-40B4-BE49-F238E27FC236}">
                  <a16:creationId xmlns:a16="http://schemas.microsoft.com/office/drawing/2014/main" id="{6EC38426-1F86-EB2C-6C3F-4C95D0C50A43}"/>
                </a:ext>
              </a:extLst>
            </p:cNvPr>
            <p:cNvGrpSpPr/>
            <p:nvPr/>
          </p:nvGrpSpPr>
          <p:grpSpPr>
            <a:xfrm>
              <a:off x="4422651" y="2382776"/>
              <a:ext cx="2878184" cy="517462"/>
              <a:chOff x="4422886" y="1855294"/>
              <a:chExt cx="2878184" cy="517462"/>
            </a:xfrm>
          </p:grpSpPr>
          <p:sp>
            <p:nvSpPr>
              <p:cNvPr id="250" name="CuadroTexto 249">
                <a:extLst>
                  <a:ext uri="{FF2B5EF4-FFF2-40B4-BE49-F238E27FC236}">
                    <a16:creationId xmlns:a16="http://schemas.microsoft.com/office/drawing/2014/main" id="{35328296-42A7-B3A6-774C-9867D06103E8}"/>
                  </a:ext>
                </a:extLst>
              </p:cNvPr>
              <p:cNvSpPr txBox="1"/>
              <p:nvPr/>
            </p:nvSpPr>
            <p:spPr>
              <a:xfrm>
                <a:off x="4636096" y="1929966"/>
                <a:ext cx="266497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algn="ctr">
                  <a:defRPr sz="1400"/>
                </a:lvl1pPr>
              </a:lstStyle>
              <a:p>
                <a:pPr algn="l"/>
                <a:r>
                  <a:rPr lang="es-ES" sz="1100" dirty="0"/>
                  <a:t>Actualizar estadísticas jugador</a:t>
                </a:r>
              </a:p>
            </p:txBody>
          </p:sp>
          <p:cxnSp>
            <p:nvCxnSpPr>
              <p:cNvPr id="251" name="Conector recto de flecha 250">
                <a:extLst>
                  <a:ext uri="{FF2B5EF4-FFF2-40B4-BE49-F238E27FC236}">
                    <a16:creationId xmlns:a16="http://schemas.microsoft.com/office/drawing/2014/main" id="{CC737570-1F47-C696-9A49-ADD267497B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95002" y="2182368"/>
                <a:ext cx="2160591" cy="0"/>
              </a:xfrm>
              <a:prstGeom prst="straightConnector1">
                <a:avLst/>
              </a:prstGeom>
              <a:ln w="9525">
                <a:solidFill>
                  <a:schemeClr val="accent5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" name="Conector recto 251">
                <a:extLst>
                  <a:ext uri="{FF2B5EF4-FFF2-40B4-BE49-F238E27FC236}">
                    <a16:creationId xmlns:a16="http://schemas.microsoft.com/office/drawing/2014/main" id="{8D8D826C-EE06-F2A3-C094-B9A3631E61F8}"/>
                  </a:ext>
                </a:extLst>
              </p:cNvPr>
              <p:cNvCxnSpPr>
                <a:cxnSpLocks/>
                <a:stCxn id="60" idx="2"/>
                <a:endCxn id="253" idx="0"/>
              </p:cNvCxnSpPr>
              <p:nvPr/>
            </p:nvCxnSpPr>
            <p:spPr>
              <a:xfrm flipV="1">
                <a:off x="4422886" y="1855294"/>
                <a:ext cx="2409195" cy="18631"/>
              </a:xfrm>
              <a:prstGeom prst="line">
                <a:avLst/>
              </a:prstGeom>
              <a:ln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3" name="Rectángulo 252">
                <a:extLst>
                  <a:ext uri="{FF2B5EF4-FFF2-40B4-BE49-F238E27FC236}">
                    <a16:creationId xmlns:a16="http://schemas.microsoft.com/office/drawing/2014/main" id="{6477B0E8-5328-703B-A1CB-80BB97B7E243}"/>
                  </a:ext>
                </a:extLst>
              </p:cNvPr>
              <p:cNvSpPr/>
              <p:nvPr/>
            </p:nvSpPr>
            <p:spPr>
              <a:xfrm>
                <a:off x="6751717" y="1855294"/>
                <a:ext cx="160728" cy="517462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s-E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265" name="Grupo 264">
              <a:extLst>
                <a:ext uri="{FF2B5EF4-FFF2-40B4-BE49-F238E27FC236}">
                  <a16:creationId xmlns:a16="http://schemas.microsoft.com/office/drawing/2014/main" id="{DE4A154E-D408-9555-8793-00112E0010DD}"/>
                </a:ext>
              </a:extLst>
            </p:cNvPr>
            <p:cNvGrpSpPr/>
            <p:nvPr/>
          </p:nvGrpSpPr>
          <p:grpSpPr>
            <a:xfrm>
              <a:off x="4419950" y="2905965"/>
              <a:ext cx="2877187" cy="517069"/>
              <a:chOff x="4423883" y="1817019"/>
              <a:chExt cx="2877187" cy="517069"/>
            </a:xfrm>
          </p:grpSpPr>
          <p:sp>
            <p:nvSpPr>
              <p:cNvPr id="266" name="CuadroTexto 265">
                <a:extLst>
                  <a:ext uri="{FF2B5EF4-FFF2-40B4-BE49-F238E27FC236}">
                    <a16:creationId xmlns:a16="http://schemas.microsoft.com/office/drawing/2014/main" id="{B939B6A9-8E0B-1EE2-9BE6-BD01CD17F0BE}"/>
                  </a:ext>
                </a:extLst>
              </p:cNvPr>
              <p:cNvSpPr txBox="1"/>
              <p:nvPr/>
            </p:nvSpPr>
            <p:spPr>
              <a:xfrm>
                <a:off x="4636096" y="1929966"/>
                <a:ext cx="266497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algn="ctr">
                  <a:defRPr sz="1400"/>
                </a:lvl1pPr>
              </a:lstStyle>
              <a:p>
                <a:pPr algn="l"/>
                <a:r>
                  <a:rPr lang="es-ES" sz="1100" dirty="0"/>
                  <a:t>Actualizar inventario</a:t>
                </a:r>
              </a:p>
            </p:txBody>
          </p:sp>
          <p:cxnSp>
            <p:nvCxnSpPr>
              <p:cNvPr id="267" name="Conector recto de flecha 266">
                <a:extLst>
                  <a:ext uri="{FF2B5EF4-FFF2-40B4-BE49-F238E27FC236}">
                    <a16:creationId xmlns:a16="http://schemas.microsoft.com/office/drawing/2014/main" id="{497B3937-8D3D-7DF7-0511-B7BBF1E23D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95002" y="2182368"/>
                <a:ext cx="2160591" cy="0"/>
              </a:xfrm>
              <a:prstGeom prst="straightConnector1">
                <a:avLst/>
              </a:prstGeom>
              <a:ln w="9525">
                <a:solidFill>
                  <a:schemeClr val="accent5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8" name="Conector recto 267">
                <a:extLst>
                  <a:ext uri="{FF2B5EF4-FFF2-40B4-BE49-F238E27FC236}">
                    <a16:creationId xmlns:a16="http://schemas.microsoft.com/office/drawing/2014/main" id="{6213D3AD-271B-8B94-68BC-768E59B77713}"/>
                  </a:ext>
                </a:extLst>
              </p:cNvPr>
              <p:cNvCxnSpPr>
                <a:cxnSpLocks/>
                <a:stCxn id="9" idx="0"/>
                <a:endCxn id="269" idx="0"/>
              </p:cNvCxnSpPr>
              <p:nvPr/>
            </p:nvCxnSpPr>
            <p:spPr>
              <a:xfrm flipV="1">
                <a:off x="4423883" y="1817019"/>
                <a:ext cx="2411896" cy="11593"/>
              </a:xfrm>
              <a:prstGeom prst="line">
                <a:avLst/>
              </a:prstGeom>
              <a:ln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9" name="Rectángulo 268">
                <a:extLst>
                  <a:ext uri="{FF2B5EF4-FFF2-40B4-BE49-F238E27FC236}">
                    <a16:creationId xmlns:a16="http://schemas.microsoft.com/office/drawing/2014/main" id="{244AE67F-E86D-E443-E8D4-0E676CFA5F2F}"/>
                  </a:ext>
                </a:extLst>
              </p:cNvPr>
              <p:cNvSpPr/>
              <p:nvPr/>
            </p:nvSpPr>
            <p:spPr>
              <a:xfrm>
                <a:off x="6755415" y="1817019"/>
                <a:ext cx="160728" cy="517069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s-E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271" name="Grupo 270">
              <a:extLst>
                <a:ext uri="{FF2B5EF4-FFF2-40B4-BE49-F238E27FC236}">
                  <a16:creationId xmlns:a16="http://schemas.microsoft.com/office/drawing/2014/main" id="{82AE7FA4-749A-2477-7B82-007A6659F40C}"/>
                </a:ext>
              </a:extLst>
            </p:cNvPr>
            <p:cNvGrpSpPr/>
            <p:nvPr/>
          </p:nvGrpSpPr>
          <p:grpSpPr>
            <a:xfrm>
              <a:off x="4419950" y="3423038"/>
              <a:ext cx="2877187" cy="736410"/>
              <a:chOff x="4423883" y="1903144"/>
              <a:chExt cx="2877187" cy="736410"/>
            </a:xfrm>
          </p:grpSpPr>
          <p:sp>
            <p:nvSpPr>
              <p:cNvPr id="272" name="CuadroTexto 271">
                <a:extLst>
                  <a:ext uri="{FF2B5EF4-FFF2-40B4-BE49-F238E27FC236}">
                    <a16:creationId xmlns:a16="http://schemas.microsoft.com/office/drawing/2014/main" id="{D4BB4A1A-4D5B-939C-27C8-340C7FD17C6A}"/>
                  </a:ext>
                </a:extLst>
              </p:cNvPr>
              <p:cNvSpPr txBox="1"/>
              <p:nvPr/>
            </p:nvSpPr>
            <p:spPr>
              <a:xfrm>
                <a:off x="4636096" y="1929966"/>
                <a:ext cx="266497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algn="ctr">
                  <a:defRPr sz="1400"/>
                </a:lvl1pPr>
              </a:lstStyle>
              <a:p>
                <a:pPr algn="l"/>
                <a:r>
                  <a:rPr lang="es-ES" sz="1100" dirty="0"/>
                  <a:t>Desbloquear</a:t>
                </a:r>
              </a:p>
            </p:txBody>
          </p:sp>
          <p:cxnSp>
            <p:nvCxnSpPr>
              <p:cNvPr id="273" name="Conector recto de flecha 272">
                <a:extLst>
                  <a:ext uri="{FF2B5EF4-FFF2-40B4-BE49-F238E27FC236}">
                    <a16:creationId xmlns:a16="http://schemas.microsoft.com/office/drawing/2014/main" id="{A42F05EB-1579-670E-1850-352E615A6C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95002" y="2182368"/>
                <a:ext cx="2160591" cy="0"/>
              </a:xfrm>
              <a:prstGeom prst="straightConnector1">
                <a:avLst/>
              </a:prstGeom>
              <a:ln w="9525">
                <a:solidFill>
                  <a:schemeClr val="accent5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4" name="Conector recto 273">
                <a:extLst>
                  <a:ext uri="{FF2B5EF4-FFF2-40B4-BE49-F238E27FC236}">
                    <a16:creationId xmlns:a16="http://schemas.microsoft.com/office/drawing/2014/main" id="{32B78052-620E-D221-8773-DA7CF6A3B5F9}"/>
                  </a:ext>
                </a:extLst>
              </p:cNvPr>
              <p:cNvCxnSpPr>
                <a:cxnSpLocks/>
                <a:stCxn id="9" idx="2"/>
                <a:endCxn id="275" idx="0"/>
              </p:cNvCxnSpPr>
              <p:nvPr/>
            </p:nvCxnSpPr>
            <p:spPr>
              <a:xfrm flipV="1">
                <a:off x="4423883" y="1903144"/>
                <a:ext cx="2411896" cy="16979"/>
              </a:xfrm>
              <a:prstGeom prst="line">
                <a:avLst/>
              </a:prstGeom>
              <a:ln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5" name="Rectángulo 274">
                <a:extLst>
                  <a:ext uri="{FF2B5EF4-FFF2-40B4-BE49-F238E27FC236}">
                    <a16:creationId xmlns:a16="http://schemas.microsoft.com/office/drawing/2014/main" id="{91A9F1B1-53E1-CB77-3BB0-D1BDB18DD606}"/>
                  </a:ext>
                </a:extLst>
              </p:cNvPr>
              <p:cNvSpPr/>
              <p:nvPr/>
            </p:nvSpPr>
            <p:spPr>
              <a:xfrm>
                <a:off x="6755415" y="1903144"/>
                <a:ext cx="160728" cy="73641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s-E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sp>
          <p:nvSpPr>
            <p:cNvPr id="288" name="CuadroTexto 287">
              <a:extLst>
                <a:ext uri="{FF2B5EF4-FFF2-40B4-BE49-F238E27FC236}">
                  <a16:creationId xmlns:a16="http://schemas.microsoft.com/office/drawing/2014/main" id="{C1FE1751-EA46-F82E-64B0-60724051B8C6}"/>
                </a:ext>
              </a:extLst>
            </p:cNvPr>
            <p:cNvSpPr txBox="1"/>
            <p:nvPr/>
          </p:nvSpPr>
          <p:spPr>
            <a:xfrm>
              <a:off x="4632163" y="3833067"/>
              <a:ext cx="266497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algn="ctr">
                <a:defRPr sz="1400"/>
              </a:lvl1pPr>
            </a:lstStyle>
            <a:p>
              <a:pPr algn="l"/>
              <a:r>
                <a:rPr lang="es-ES" sz="1100" dirty="0"/>
                <a:t>Actualizar posición del jugador</a:t>
              </a:r>
            </a:p>
          </p:txBody>
        </p:sp>
        <p:cxnSp>
          <p:nvCxnSpPr>
            <p:cNvPr id="289" name="Conector recto de flecha 288">
              <a:extLst>
                <a:ext uri="{FF2B5EF4-FFF2-40B4-BE49-F238E27FC236}">
                  <a16:creationId xmlns:a16="http://schemas.microsoft.com/office/drawing/2014/main" id="{D78FF236-5A7E-0465-EA40-85DECBE9A404}"/>
                </a:ext>
              </a:extLst>
            </p:cNvPr>
            <p:cNvCxnSpPr>
              <a:cxnSpLocks/>
            </p:cNvCxnSpPr>
            <p:nvPr/>
          </p:nvCxnSpPr>
          <p:spPr>
            <a:xfrm>
              <a:off x="4491069" y="4085469"/>
              <a:ext cx="2160591" cy="0"/>
            </a:xfrm>
            <a:prstGeom prst="straightConnector1">
              <a:avLst/>
            </a:prstGeom>
            <a:ln w="9525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0" name="Grupo 289">
              <a:extLst>
                <a:ext uri="{FF2B5EF4-FFF2-40B4-BE49-F238E27FC236}">
                  <a16:creationId xmlns:a16="http://schemas.microsoft.com/office/drawing/2014/main" id="{4C3A46ED-FE20-C18D-349E-D4503F28BA42}"/>
                </a:ext>
              </a:extLst>
            </p:cNvPr>
            <p:cNvGrpSpPr/>
            <p:nvPr/>
          </p:nvGrpSpPr>
          <p:grpSpPr>
            <a:xfrm>
              <a:off x="4418604" y="4153315"/>
              <a:ext cx="2878533" cy="506901"/>
              <a:chOff x="4410512" y="1820978"/>
              <a:chExt cx="2878533" cy="506901"/>
            </a:xfrm>
          </p:grpSpPr>
          <p:sp>
            <p:nvSpPr>
              <p:cNvPr id="291" name="CuadroTexto 290">
                <a:extLst>
                  <a:ext uri="{FF2B5EF4-FFF2-40B4-BE49-F238E27FC236}">
                    <a16:creationId xmlns:a16="http://schemas.microsoft.com/office/drawing/2014/main" id="{B461402C-951A-852F-2908-E91A26410BCD}"/>
                  </a:ext>
                </a:extLst>
              </p:cNvPr>
              <p:cNvSpPr txBox="1"/>
              <p:nvPr/>
            </p:nvSpPr>
            <p:spPr>
              <a:xfrm>
                <a:off x="4624071" y="1939074"/>
                <a:ext cx="266497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algn="ctr">
                  <a:defRPr sz="1400"/>
                </a:lvl1pPr>
              </a:lstStyle>
              <a:p>
                <a:pPr algn="l"/>
                <a:r>
                  <a:rPr lang="es-ES" sz="1100" dirty="0"/>
                  <a:t>Actualizar opciones</a:t>
                </a:r>
              </a:p>
            </p:txBody>
          </p:sp>
          <p:cxnSp>
            <p:nvCxnSpPr>
              <p:cNvPr id="292" name="Conector recto de flecha 291">
                <a:extLst>
                  <a:ext uri="{FF2B5EF4-FFF2-40B4-BE49-F238E27FC236}">
                    <a16:creationId xmlns:a16="http://schemas.microsoft.com/office/drawing/2014/main" id="{1DA856C4-64A3-DEA7-B19B-7493E27DD7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82977" y="2191476"/>
                <a:ext cx="2160591" cy="0"/>
              </a:xfrm>
              <a:prstGeom prst="straightConnector1">
                <a:avLst/>
              </a:prstGeom>
              <a:ln w="9525">
                <a:solidFill>
                  <a:schemeClr val="accent5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3" name="Conector recto 292">
                <a:extLst>
                  <a:ext uri="{FF2B5EF4-FFF2-40B4-BE49-F238E27FC236}">
                    <a16:creationId xmlns:a16="http://schemas.microsoft.com/office/drawing/2014/main" id="{5DB2FBAD-F975-3F20-375F-F43A3AD98F1A}"/>
                  </a:ext>
                </a:extLst>
              </p:cNvPr>
              <p:cNvCxnSpPr>
                <a:cxnSpLocks/>
                <a:endCxn id="294" idx="0"/>
              </p:cNvCxnSpPr>
              <p:nvPr/>
            </p:nvCxnSpPr>
            <p:spPr>
              <a:xfrm flipV="1">
                <a:off x="4410512" y="1820978"/>
                <a:ext cx="2411896" cy="11593"/>
              </a:xfrm>
              <a:prstGeom prst="line">
                <a:avLst/>
              </a:prstGeom>
              <a:ln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4" name="Rectángulo 293">
                <a:extLst>
                  <a:ext uri="{FF2B5EF4-FFF2-40B4-BE49-F238E27FC236}">
                    <a16:creationId xmlns:a16="http://schemas.microsoft.com/office/drawing/2014/main" id="{3F3781E4-15F6-090B-6BC3-64122138FE17}"/>
                  </a:ext>
                </a:extLst>
              </p:cNvPr>
              <p:cNvSpPr/>
              <p:nvPr/>
            </p:nvSpPr>
            <p:spPr>
              <a:xfrm>
                <a:off x="6742044" y="1820978"/>
                <a:ext cx="160728" cy="506901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s-E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318" name="Grupo 317">
              <a:extLst>
                <a:ext uri="{FF2B5EF4-FFF2-40B4-BE49-F238E27FC236}">
                  <a16:creationId xmlns:a16="http://schemas.microsoft.com/office/drawing/2014/main" id="{97E8D9CF-DBC3-CA43-64C4-CB0D30E2CE84}"/>
                </a:ext>
              </a:extLst>
            </p:cNvPr>
            <p:cNvGrpSpPr/>
            <p:nvPr/>
          </p:nvGrpSpPr>
          <p:grpSpPr>
            <a:xfrm>
              <a:off x="4417235" y="4658792"/>
              <a:ext cx="2879902" cy="519214"/>
              <a:chOff x="4417235" y="4658792"/>
              <a:chExt cx="2879902" cy="519214"/>
            </a:xfrm>
          </p:grpSpPr>
          <p:grpSp>
            <p:nvGrpSpPr>
              <p:cNvPr id="304" name="Grupo 303">
                <a:extLst>
                  <a:ext uri="{FF2B5EF4-FFF2-40B4-BE49-F238E27FC236}">
                    <a16:creationId xmlns:a16="http://schemas.microsoft.com/office/drawing/2014/main" id="{32EBB836-B944-13AC-DD8D-DF572BF186E6}"/>
                  </a:ext>
                </a:extLst>
              </p:cNvPr>
              <p:cNvGrpSpPr/>
              <p:nvPr/>
            </p:nvGrpSpPr>
            <p:grpSpPr>
              <a:xfrm>
                <a:off x="4418954" y="4658792"/>
                <a:ext cx="2878183" cy="510422"/>
                <a:chOff x="4410862" y="1800285"/>
                <a:chExt cx="2878183" cy="510422"/>
              </a:xfrm>
            </p:grpSpPr>
            <p:sp>
              <p:nvSpPr>
                <p:cNvPr id="305" name="CuadroTexto 304">
                  <a:extLst>
                    <a:ext uri="{FF2B5EF4-FFF2-40B4-BE49-F238E27FC236}">
                      <a16:creationId xmlns:a16="http://schemas.microsoft.com/office/drawing/2014/main" id="{4DDEFD70-4A0B-0A5F-712D-2EF133B97D71}"/>
                    </a:ext>
                  </a:extLst>
                </p:cNvPr>
                <p:cNvSpPr txBox="1"/>
                <p:nvPr/>
              </p:nvSpPr>
              <p:spPr>
                <a:xfrm>
                  <a:off x="4624071" y="1939074"/>
                  <a:ext cx="2664974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s-ES"/>
                  </a:defPPr>
                  <a:lvl1pPr algn="ctr">
                    <a:defRPr sz="1400"/>
                  </a:lvl1pPr>
                </a:lstStyle>
                <a:p>
                  <a:pPr algn="l"/>
                  <a:r>
                    <a:rPr lang="es-ES" sz="1100" dirty="0"/>
                    <a:t>Actualizar turnos restantes</a:t>
                  </a:r>
                </a:p>
              </p:txBody>
            </p:sp>
            <p:cxnSp>
              <p:nvCxnSpPr>
                <p:cNvPr id="306" name="Conector recto de flecha 305">
                  <a:extLst>
                    <a:ext uri="{FF2B5EF4-FFF2-40B4-BE49-F238E27FC236}">
                      <a16:creationId xmlns:a16="http://schemas.microsoft.com/office/drawing/2014/main" id="{5C132A54-8A7F-8BDF-31AC-11656888FC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482977" y="2191476"/>
                  <a:ext cx="2160591" cy="0"/>
                </a:xfrm>
                <a:prstGeom prst="straightConnector1">
                  <a:avLst/>
                </a:prstGeom>
                <a:ln w="9525">
                  <a:solidFill>
                    <a:schemeClr val="accent5">
                      <a:lumMod val="75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7" name="Conector recto 306">
                  <a:extLst>
                    <a:ext uri="{FF2B5EF4-FFF2-40B4-BE49-F238E27FC236}">
                      <a16:creationId xmlns:a16="http://schemas.microsoft.com/office/drawing/2014/main" id="{BE9958F5-0FF1-4D67-B45E-DCA0862E54D5}"/>
                    </a:ext>
                  </a:extLst>
                </p:cNvPr>
                <p:cNvCxnSpPr>
                  <a:cxnSpLocks/>
                  <a:stCxn id="110" idx="0"/>
                  <a:endCxn id="294" idx="2"/>
                </p:cNvCxnSpPr>
                <p:nvPr/>
              </p:nvCxnSpPr>
              <p:spPr>
                <a:xfrm flipV="1">
                  <a:off x="4410862" y="1801709"/>
                  <a:ext cx="2411546" cy="817"/>
                </a:xfrm>
                <a:prstGeom prst="line">
                  <a:avLst/>
                </a:prstGeom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08" name="Rectángulo 307">
                  <a:extLst>
                    <a:ext uri="{FF2B5EF4-FFF2-40B4-BE49-F238E27FC236}">
                      <a16:creationId xmlns:a16="http://schemas.microsoft.com/office/drawing/2014/main" id="{DC7FE9AD-46CB-E20C-1428-5FC1688DCA23}"/>
                    </a:ext>
                  </a:extLst>
                </p:cNvPr>
                <p:cNvSpPr/>
                <p:nvPr/>
              </p:nvSpPr>
              <p:spPr>
                <a:xfrm>
                  <a:off x="6742044" y="1800285"/>
                  <a:ext cx="160728" cy="510422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s-ES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p:grpSp>
          <p:cxnSp>
            <p:nvCxnSpPr>
              <p:cNvPr id="314" name="Conector recto 313">
                <a:extLst>
                  <a:ext uri="{FF2B5EF4-FFF2-40B4-BE49-F238E27FC236}">
                    <a16:creationId xmlns:a16="http://schemas.microsoft.com/office/drawing/2014/main" id="{4771D435-4A0B-688E-A1C6-BAA0B7CE26BF}"/>
                  </a:ext>
                </a:extLst>
              </p:cNvPr>
              <p:cNvCxnSpPr>
                <a:cxnSpLocks/>
                <a:stCxn id="120" idx="0"/>
                <a:endCxn id="308" idx="2"/>
              </p:cNvCxnSpPr>
              <p:nvPr/>
            </p:nvCxnSpPr>
            <p:spPr>
              <a:xfrm flipV="1">
                <a:off x="4417235" y="5169214"/>
                <a:ext cx="2413265" cy="8792"/>
              </a:xfrm>
              <a:prstGeom prst="line">
                <a:avLst/>
              </a:prstGeom>
              <a:ln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9" name="Grupo 318">
              <a:extLst>
                <a:ext uri="{FF2B5EF4-FFF2-40B4-BE49-F238E27FC236}">
                  <a16:creationId xmlns:a16="http://schemas.microsoft.com/office/drawing/2014/main" id="{EA6DE6C5-07DA-8E7A-DCBA-36DC0A979050}"/>
                </a:ext>
              </a:extLst>
            </p:cNvPr>
            <p:cNvGrpSpPr/>
            <p:nvPr/>
          </p:nvGrpSpPr>
          <p:grpSpPr>
            <a:xfrm>
              <a:off x="4418954" y="5170638"/>
              <a:ext cx="2878183" cy="515407"/>
              <a:chOff x="4418954" y="4658792"/>
              <a:chExt cx="2878183" cy="515407"/>
            </a:xfrm>
          </p:grpSpPr>
          <p:grpSp>
            <p:nvGrpSpPr>
              <p:cNvPr id="320" name="Grupo 319">
                <a:extLst>
                  <a:ext uri="{FF2B5EF4-FFF2-40B4-BE49-F238E27FC236}">
                    <a16:creationId xmlns:a16="http://schemas.microsoft.com/office/drawing/2014/main" id="{D046068E-5DCF-142B-C7C9-889996FD0F49}"/>
                  </a:ext>
                </a:extLst>
              </p:cNvPr>
              <p:cNvGrpSpPr/>
              <p:nvPr/>
            </p:nvGrpSpPr>
            <p:grpSpPr>
              <a:xfrm>
                <a:off x="4491069" y="4658792"/>
                <a:ext cx="2806068" cy="510422"/>
                <a:chOff x="4482977" y="1800285"/>
                <a:chExt cx="2806068" cy="510422"/>
              </a:xfrm>
            </p:grpSpPr>
            <p:sp>
              <p:nvSpPr>
                <p:cNvPr id="322" name="CuadroTexto 321">
                  <a:extLst>
                    <a:ext uri="{FF2B5EF4-FFF2-40B4-BE49-F238E27FC236}">
                      <a16:creationId xmlns:a16="http://schemas.microsoft.com/office/drawing/2014/main" id="{C5ABBB3B-8D8C-4ADF-2E8E-B61478986AE7}"/>
                    </a:ext>
                  </a:extLst>
                </p:cNvPr>
                <p:cNvSpPr txBox="1"/>
                <p:nvPr/>
              </p:nvSpPr>
              <p:spPr>
                <a:xfrm>
                  <a:off x="4624071" y="1939074"/>
                  <a:ext cx="2664974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s-ES"/>
                  </a:defPPr>
                  <a:lvl1pPr algn="ctr">
                    <a:defRPr sz="1400"/>
                  </a:lvl1pPr>
                </a:lstStyle>
                <a:p>
                  <a:pPr algn="l"/>
                  <a:r>
                    <a:rPr lang="es-ES" sz="1100" dirty="0"/>
                    <a:t>Actualizar habitaciones restantes</a:t>
                  </a:r>
                </a:p>
              </p:txBody>
            </p:sp>
            <p:cxnSp>
              <p:nvCxnSpPr>
                <p:cNvPr id="323" name="Conector recto de flecha 322">
                  <a:extLst>
                    <a:ext uri="{FF2B5EF4-FFF2-40B4-BE49-F238E27FC236}">
                      <a16:creationId xmlns:a16="http://schemas.microsoft.com/office/drawing/2014/main" id="{BCEE8B66-6423-4BCA-9CF5-E2174A71FF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482977" y="2191476"/>
                  <a:ext cx="2160591" cy="0"/>
                </a:xfrm>
                <a:prstGeom prst="straightConnector1">
                  <a:avLst/>
                </a:prstGeom>
                <a:ln w="9525">
                  <a:solidFill>
                    <a:schemeClr val="accent5">
                      <a:lumMod val="75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25" name="Rectángulo 324">
                  <a:extLst>
                    <a:ext uri="{FF2B5EF4-FFF2-40B4-BE49-F238E27FC236}">
                      <a16:creationId xmlns:a16="http://schemas.microsoft.com/office/drawing/2014/main" id="{6CE2E3A4-6A3D-7215-B14A-8170848010BD}"/>
                    </a:ext>
                  </a:extLst>
                </p:cNvPr>
                <p:cNvSpPr/>
                <p:nvPr/>
              </p:nvSpPr>
              <p:spPr>
                <a:xfrm>
                  <a:off x="6742044" y="1800285"/>
                  <a:ext cx="160728" cy="510422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s-ES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p:grpSp>
          <p:cxnSp>
            <p:nvCxnSpPr>
              <p:cNvPr id="321" name="Conector recto 320">
                <a:extLst>
                  <a:ext uri="{FF2B5EF4-FFF2-40B4-BE49-F238E27FC236}">
                    <a16:creationId xmlns:a16="http://schemas.microsoft.com/office/drawing/2014/main" id="{69A36A46-6527-AA5F-45B5-96236AF365B8}"/>
                  </a:ext>
                </a:extLst>
              </p:cNvPr>
              <p:cNvCxnSpPr>
                <a:cxnSpLocks/>
                <a:stCxn id="130" idx="0"/>
                <a:endCxn id="325" idx="2"/>
              </p:cNvCxnSpPr>
              <p:nvPr/>
            </p:nvCxnSpPr>
            <p:spPr>
              <a:xfrm flipV="1">
                <a:off x="4418954" y="5169214"/>
                <a:ext cx="2411546" cy="4985"/>
              </a:xfrm>
              <a:prstGeom prst="line">
                <a:avLst/>
              </a:prstGeom>
              <a:ln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7" name="Grupo 326">
              <a:extLst>
                <a:ext uri="{FF2B5EF4-FFF2-40B4-BE49-F238E27FC236}">
                  <a16:creationId xmlns:a16="http://schemas.microsoft.com/office/drawing/2014/main" id="{9D6BB29C-9F12-BB3B-6E26-2B6D90815C6A}"/>
                </a:ext>
              </a:extLst>
            </p:cNvPr>
            <p:cNvGrpSpPr/>
            <p:nvPr/>
          </p:nvGrpSpPr>
          <p:grpSpPr>
            <a:xfrm>
              <a:off x="4418954" y="5677250"/>
              <a:ext cx="2878183" cy="523402"/>
              <a:chOff x="4418954" y="4658792"/>
              <a:chExt cx="2878183" cy="523402"/>
            </a:xfrm>
          </p:grpSpPr>
          <p:grpSp>
            <p:nvGrpSpPr>
              <p:cNvPr id="328" name="Grupo 327">
                <a:extLst>
                  <a:ext uri="{FF2B5EF4-FFF2-40B4-BE49-F238E27FC236}">
                    <a16:creationId xmlns:a16="http://schemas.microsoft.com/office/drawing/2014/main" id="{5D116DBD-3A1F-69F5-37A0-765325178FCC}"/>
                  </a:ext>
                </a:extLst>
              </p:cNvPr>
              <p:cNvGrpSpPr/>
              <p:nvPr/>
            </p:nvGrpSpPr>
            <p:grpSpPr>
              <a:xfrm>
                <a:off x="4491069" y="4658792"/>
                <a:ext cx="2806068" cy="510422"/>
                <a:chOff x="4482977" y="1800285"/>
                <a:chExt cx="2806068" cy="510422"/>
              </a:xfrm>
            </p:grpSpPr>
            <p:sp>
              <p:nvSpPr>
                <p:cNvPr id="330" name="CuadroTexto 329">
                  <a:extLst>
                    <a:ext uri="{FF2B5EF4-FFF2-40B4-BE49-F238E27FC236}">
                      <a16:creationId xmlns:a16="http://schemas.microsoft.com/office/drawing/2014/main" id="{ED496958-EADA-206A-D1C7-6735D54000D9}"/>
                    </a:ext>
                  </a:extLst>
                </p:cNvPr>
                <p:cNvSpPr txBox="1"/>
                <p:nvPr/>
              </p:nvSpPr>
              <p:spPr>
                <a:xfrm>
                  <a:off x="4624071" y="1939074"/>
                  <a:ext cx="2664974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s-ES"/>
                  </a:defPPr>
                  <a:lvl1pPr algn="ctr">
                    <a:defRPr sz="1400"/>
                  </a:lvl1pPr>
                </a:lstStyle>
                <a:p>
                  <a:pPr algn="l"/>
                  <a:r>
                    <a:rPr lang="es-ES" sz="1100" dirty="0"/>
                    <a:t>Actualizar distancia</a:t>
                  </a:r>
                </a:p>
              </p:txBody>
            </p:sp>
            <p:cxnSp>
              <p:nvCxnSpPr>
                <p:cNvPr id="331" name="Conector recto de flecha 330">
                  <a:extLst>
                    <a:ext uri="{FF2B5EF4-FFF2-40B4-BE49-F238E27FC236}">
                      <a16:creationId xmlns:a16="http://schemas.microsoft.com/office/drawing/2014/main" id="{1E0B307E-5511-D386-355B-FE8D4AC07C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482977" y="2191476"/>
                  <a:ext cx="2160591" cy="0"/>
                </a:xfrm>
                <a:prstGeom prst="straightConnector1">
                  <a:avLst/>
                </a:prstGeom>
                <a:ln w="9525">
                  <a:solidFill>
                    <a:schemeClr val="accent5">
                      <a:lumMod val="75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32" name="Rectángulo 331">
                  <a:extLst>
                    <a:ext uri="{FF2B5EF4-FFF2-40B4-BE49-F238E27FC236}">
                      <a16:creationId xmlns:a16="http://schemas.microsoft.com/office/drawing/2014/main" id="{4D3FFEA4-8AAE-107D-217E-EB4467969460}"/>
                    </a:ext>
                  </a:extLst>
                </p:cNvPr>
                <p:cNvSpPr/>
                <p:nvPr/>
              </p:nvSpPr>
              <p:spPr>
                <a:xfrm>
                  <a:off x="6742044" y="1800285"/>
                  <a:ext cx="160728" cy="510422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s-ES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p:grpSp>
          <p:cxnSp>
            <p:nvCxnSpPr>
              <p:cNvPr id="329" name="Conector recto 328">
                <a:extLst>
                  <a:ext uri="{FF2B5EF4-FFF2-40B4-BE49-F238E27FC236}">
                    <a16:creationId xmlns:a16="http://schemas.microsoft.com/office/drawing/2014/main" id="{145EF6F0-AB58-41BE-5789-C6D6036B729A}"/>
                  </a:ext>
                </a:extLst>
              </p:cNvPr>
              <p:cNvCxnSpPr>
                <a:cxnSpLocks/>
                <a:stCxn id="178" idx="0"/>
                <a:endCxn id="332" idx="2"/>
              </p:cNvCxnSpPr>
              <p:nvPr/>
            </p:nvCxnSpPr>
            <p:spPr>
              <a:xfrm flipV="1">
                <a:off x="4418954" y="5169214"/>
                <a:ext cx="2411546" cy="12980"/>
              </a:xfrm>
              <a:prstGeom prst="line">
                <a:avLst/>
              </a:prstGeom>
              <a:ln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5" name="Grupo 334">
              <a:extLst>
                <a:ext uri="{FF2B5EF4-FFF2-40B4-BE49-F238E27FC236}">
                  <a16:creationId xmlns:a16="http://schemas.microsoft.com/office/drawing/2014/main" id="{009649F2-E643-533B-62A9-F82D5109E5EA}"/>
                </a:ext>
              </a:extLst>
            </p:cNvPr>
            <p:cNvGrpSpPr/>
            <p:nvPr/>
          </p:nvGrpSpPr>
          <p:grpSpPr>
            <a:xfrm>
              <a:off x="4491069" y="6190841"/>
              <a:ext cx="2806068" cy="510422"/>
              <a:chOff x="4482977" y="1800285"/>
              <a:chExt cx="2806068" cy="510422"/>
            </a:xfrm>
          </p:grpSpPr>
          <p:sp>
            <p:nvSpPr>
              <p:cNvPr id="337" name="CuadroTexto 336">
                <a:extLst>
                  <a:ext uri="{FF2B5EF4-FFF2-40B4-BE49-F238E27FC236}">
                    <a16:creationId xmlns:a16="http://schemas.microsoft.com/office/drawing/2014/main" id="{D499D25E-C781-6FAF-8778-A874D6F70E17}"/>
                  </a:ext>
                </a:extLst>
              </p:cNvPr>
              <p:cNvSpPr txBox="1"/>
              <p:nvPr/>
            </p:nvSpPr>
            <p:spPr>
              <a:xfrm>
                <a:off x="4624071" y="1939074"/>
                <a:ext cx="266497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algn="ctr">
                  <a:defRPr sz="1400"/>
                </a:lvl1pPr>
              </a:lstStyle>
              <a:p>
                <a:pPr algn="l"/>
                <a:r>
                  <a:rPr lang="es-ES" sz="1100" dirty="0"/>
                  <a:t> Actualizar registro</a:t>
                </a:r>
              </a:p>
            </p:txBody>
          </p:sp>
          <p:cxnSp>
            <p:nvCxnSpPr>
              <p:cNvPr id="338" name="Conector recto de flecha 337">
                <a:extLst>
                  <a:ext uri="{FF2B5EF4-FFF2-40B4-BE49-F238E27FC236}">
                    <a16:creationId xmlns:a16="http://schemas.microsoft.com/office/drawing/2014/main" id="{AE817A27-C096-B037-FFED-4D02E27711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82977" y="2191476"/>
                <a:ext cx="2160591" cy="0"/>
              </a:xfrm>
              <a:prstGeom prst="straightConnector1">
                <a:avLst/>
              </a:prstGeom>
              <a:ln w="9525">
                <a:solidFill>
                  <a:schemeClr val="accent5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9" name="Rectángulo 338">
                <a:extLst>
                  <a:ext uri="{FF2B5EF4-FFF2-40B4-BE49-F238E27FC236}">
                    <a16:creationId xmlns:a16="http://schemas.microsoft.com/office/drawing/2014/main" id="{080F8751-80EA-7D0E-3AA7-878F6456FFCB}"/>
                  </a:ext>
                </a:extLst>
              </p:cNvPr>
              <p:cNvSpPr/>
              <p:nvPr/>
            </p:nvSpPr>
            <p:spPr>
              <a:xfrm>
                <a:off x="6742044" y="1800285"/>
                <a:ext cx="160728" cy="510422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s-E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sp>
          <p:nvSpPr>
            <p:cNvPr id="340" name="CuadroTexto 339">
              <a:extLst>
                <a:ext uri="{FF2B5EF4-FFF2-40B4-BE49-F238E27FC236}">
                  <a16:creationId xmlns:a16="http://schemas.microsoft.com/office/drawing/2014/main" id="{7AD847C1-D2B3-B013-8312-A3ADF302CBD5}"/>
                </a:ext>
              </a:extLst>
            </p:cNvPr>
            <p:cNvSpPr txBox="1"/>
            <p:nvPr/>
          </p:nvSpPr>
          <p:spPr>
            <a:xfrm>
              <a:off x="5816676" y="133459"/>
              <a:ext cx="20276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algn="ctr">
                <a:defRPr sz="1400"/>
              </a:lvl1pPr>
            </a:lstStyle>
            <a:p>
              <a:r>
                <a:rPr lang="es-ES" sz="1200" b="1" dirty="0"/>
                <a:t>RESPUESTA PROGRAMA</a:t>
              </a:r>
              <a:endParaRPr lang="es-ES" sz="1100" b="1" dirty="0"/>
            </a:p>
          </p:txBody>
        </p:sp>
        <p:cxnSp>
          <p:nvCxnSpPr>
            <p:cNvPr id="341" name="Conector recto 340">
              <a:extLst>
                <a:ext uri="{FF2B5EF4-FFF2-40B4-BE49-F238E27FC236}">
                  <a16:creationId xmlns:a16="http://schemas.microsoft.com/office/drawing/2014/main" id="{198334BF-8F4E-D1FD-86A1-1B2B26A4EF18}"/>
                </a:ext>
              </a:extLst>
            </p:cNvPr>
            <p:cNvCxnSpPr>
              <a:cxnSpLocks/>
              <a:stCxn id="206" idx="0"/>
              <a:endCxn id="340" idx="2"/>
            </p:cNvCxnSpPr>
            <p:nvPr/>
          </p:nvCxnSpPr>
          <p:spPr>
            <a:xfrm flipH="1" flipV="1">
              <a:off x="6830500" y="410458"/>
              <a:ext cx="2341" cy="151727"/>
            </a:xfrm>
            <a:prstGeom prst="line">
              <a:avLst/>
            </a:prstGeom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5" name="CuadroTexto 344">
            <a:extLst>
              <a:ext uri="{FF2B5EF4-FFF2-40B4-BE49-F238E27FC236}">
                <a16:creationId xmlns:a16="http://schemas.microsoft.com/office/drawing/2014/main" id="{785C4DAC-2C71-AD4F-F1E8-0EAF5EA256ED}"/>
              </a:ext>
            </a:extLst>
          </p:cNvPr>
          <p:cNvSpPr txBox="1"/>
          <p:nvPr/>
        </p:nvSpPr>
        <p:spPr>
          <a:xfrm>
            <a:off x="-84322" y="681230"/>
            <a:ext cx="353378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/>
              <a:t>DIAGRAMA DE SECUENCIA</a:t>
            </a:r>
          </a:p>
        </p:txBody>
      </p:sp>
    </p:spTree>
    <p:extLst>
      <p:ext uri="{BB962C8B-B14F-4D97-AF65-F5344CB8AC3E}">
        <p14:creationId xmlns:p14="http://schemas.microsoft.com/office/powerpoint/2010/main" val="1944595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63A07DD-22E0-C51E-4F94-E65F4E2B61E2}"/>
              </a:ext>
            </a:extLst>
          </p:cNvPr>
          <p:cNvSpPr txBox="1"/>
          <p:nvPr/>
        </p:nvSpPr>
        <p:spPr>
          <a:xfrm>
            <a:off x="7324420" y="4209013"/>
            <a:ext cx="1268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dirty="0"/>
              <a:t>JUGAR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9962901-8606-E824-8063-2B6F51A3EAD5}"/>
              </a:ext>
            </a:extLst>
          </p:cNvPr>
          <p:cNvSpPr txBox="1"/>
          <p:nvPr/>
        </p:nvSpPr>
        <p:spPr>
          <a:xfrm>
            <a:off x="146975" y="3051539"/>
            <a:ext cx="12683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dirty="0"/>
              <a:t>START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D9F9363-6359-1B44-AFCE-3745D9055AD1}"/>
              </a:ext>
            </a:extLst>
          </p:cNvPr>
          <p:cNvSpPr txBox="1"/>
          <p:nvPr/>
        </p:nvSpPr>
        <p:spPr>
          <a:xfrm>
            <a:off x="3719143" y="3051539"/>
            <a:ext cx="154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dirty="0"/>
              <a:t>MENÚ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46841D9-F423-B628-D222-E17E13F37B75}"/>
              </a:ext>
            </a:extLst>
          </p:cNvPr>
          <p:cNvSpPr txBox="1"/>
          <p:nvPr/>
        </p:nvSpPr>
        <p:spPr>
          <a:xfrm>
            <a:off x="7324420" y="2066291"/>
            <a:ext cx="12683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dirty="0"/>
              <a:t>SALIR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FC91F8EF-94A5-D67D-452D-C6B7C0EA7D56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1415336" y="3282372"/>
            <a:ext cx="2303807" cy="0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F29A1871-F2EA-37D8-571F-3FA6ECCFEDE4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5267543" y="2297124"/>
            <a:ext cx="2056877" cy="985248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589D536B-E5CF-A5D7-9020-B7218C8D8486}"/>
              </a:ext>
            </a:extLst>
          </p:cNvPr>
          <p:cNvCxnSpPr>
            <a:cxnSpLocks/>
            <a:stCxn id="5" idx="3"/>
            <a:endCxn id="2" idx="1"/>
          </p:cNvCxnSpPr>
          <p:nvPr/>
        </p:nvCxnSpPr>
        <p:spPr>
          <a:xfrm>
            <a:off x="5267543" y="3282372"/>
            <a:ext cx="2056877" cy="1157474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7578D90-2902-7D4C-69FB-CBE2FF9963C2}"/>
              </a:ext>
            </a:extLst>
          </p:cNvPr>
          <p:cNvSpPr txBox="1"/>
          <p:nvPr/>
        </p:nvSpPr>
        <p:spPr>
          <a:xfrm rot="20072618">
            <a:off x="5054043" y="2548613"/>
            <a:ext cx="21377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/>
              <a:t>Click “salir”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5CB7D2A5-8F9C-E321-102D-826A37CF1A40}"/>
              </a:ext>
            </a:extLst>
          </p:cNvPr>
          <p:cNvSpPr txBox="1"/>
          <p:nvPr/>
        </p:nvSpPr>
        <p:spPr>
          <a:xfrm>
            <a:off x="8400875" y="1989583"/>
            <a:ext cx="21377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/>
              <a:t>Se cierra el juego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1454399C-3DEC-276B-1848-BC1ED9C80FA4}"/>
              </a:ext>
            </a:extLst>
          </p:cNvPr>
          <p:cNvSpPr txBox="1"/>
          <p:nvPr/>
        </p:nvSpPr>
        <p:spPr>
          <a:xfrm rot="1877761">
            <a:off x="5015519" y="3934458"/>
            <a:ext cx="21377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/>
              <a:t>Click “jugar”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248C582D-AC6E-4FAB-1E63-6BD743B23BCB}"/>
              </a:ext>
            </a:extLst>
          </p:cNvPr>
          <p:cNvCxnSpPr>
            <a:cxnSpLocks/>
            <a:stCxn id="6" idx="3"/>
            <a:endCxn id="40" idx="1"/>
          </p:cNvCxnSpPr>
          <p:nvPr/>
        </p:nvCxnSpPr>
        <p:spPr>
          <a:xfrm flipV="1">
            <a:off x="8592781" y="2297123"/>
            <a:ext cx="1753944" cy="1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BF38A233-588D-66ED-955D-1160D7D65D9D}"/>
              </a:ext>
            </a:extLst>
          </p:cNvPr>
          <p:cNvCxnSpPr>
            <a:cxnSpLocks/>
            <a:stCxn id="2" idx="3"/>
            <a:endCxn id="43" idx="1"/>
          </p:cNvCxnSpPr>
          <p:nvPr/>
        </p:nvCxnSpPr>
        <p:spPr>
          <a:xfrm flipV="1">
            <a:off x="8592782" y="4439845"/>
            <a:ext cx="1745401" cy="1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CuadroTexto 39">
            <a:extLst>
              <a:ext uri="{FF2B5EF4-FFF2-40B4-BE49-F238E27FC236}">
                <a16:creationId xmlns:a16="http://schemas.microsoft.com/office/drawing/2014/main" id="{D17C53BD-1F97-31A1-E954-F871DAD2FC3C}"/>
              </a:ext>
            </a:extLst>
          </p:cNvPr>
          <p:cNvSpPr txBox="1"/>
          <p:nvPr/>
        </p:nvSpPr>
        <p:spPr>
          <a:xfrm>
            <a:off x="10346725" y="1881624"/>
            <a:ext cx="17539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algn="ctr">
              <a:defRPr sz="3200"/>
            </a:lvl1pPr>
          </a:lstStyle>
          <a:p>
            <a:r>
              <a:rPr lang="es-ES" sz="2400" dirty="0"/>
              <a:t>PANTALLA</a:t>
            </a:r>
          </a:p>
          <a:p>
            <a:r>
              <a:rPr lang="es-ES" sz="2400" dirty="0"/>
              <a:t>DE INICIO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C52A4F85-4CDE-7666-160D-20060C321965}"/>
              </a:ext>
            </a:extLst>
          </p:cNvPr>
          <p:cNvSpPr txBox="1"/>
          <p:nvPr/>
        </p:nvSpPr>
        <p:spPr>
          <a:xfrm>
            <a:off x="10338183" y="4024346"/>
            <a:ext cx="17539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algn="ctr">
              <a:defRPr sz="3200"/>
            </a:lvl1pPr>
          </a:lstStyle>
          <a:p>
            <a:r>
              <a:rPr lang="es-ES" sz="2400" dirty="0"/>
              <a:t>PANTALLA</a:t>
            </a:r>
          </a:p>
          <a:p>
            <a:r>
              <a:rPr lang="es-ES" sz="2400" dirty="0"/>
              <a:t> DE JUEGO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870C80B0-EA35-FBD5-D38C-5E3F32EF1848}"/>
              </a:ext>
            </a:extLst>
          </p:cNvPr>
          <p:cNvSpPr txBox="1"/>
          <p:nvPr/>
        </p:nvSpPr>
        <p:spPr>
          <a:xfrm>
            <a:off x="1483611" y="2912513"/>
            <a:ext cx="21377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/>
              <a:t>Se inicia el programa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D8BD5B66-D0C1-8488-4F46-BBC628882D1A}"/>
              </a:ext>
            </a:extLst>
          </p:cNvPr>
          <p:cNvSpPr txBox="1"/>
          <p:nvPr/>
        </p:nvSpPr>
        <p:spPr>
          <a:xfrm>
            <a:off x="8396604" y="4101290"/>
            <a:ext cx="21377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/>
              <a:t>Se carga el juego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4729C6AE-211F-C796-0CDD-769E55EA0FA7}"/>
              </a:ext>
            </a:extLst>
          </p:cNvPr>
          <p:cNvSpPr txBox="1"/>
          <p:nvPr/>
        </p:nvSpPr>
        <p:spPr>
          <a:xfrm>
            <a:off x="3099425" y="672139"/>
            <a:ext cx="59931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/>
              <a:t>DIAGRAMA DE ESTADOS DEL JUEGO</a:t>
            </a:r>
          </a:p>
        </p:txBody>
      </p:sp>
    </p:spTree>
    <p:extLst>
      <p:ext uri="{BB962C8B-B14F-4D97-AF65-F5344CB8AC3E}">
        <p14:creationId xmlns:p14="http://schemas.microsoft.com/office/powerpoint/2010/main" val="2714549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rupo 83">
            <a:extLst>
              <a:ext uri="{FF2B5EF4-FFF2-40B4-BE49-F238E27FC236}">
                <a16:creationId xmlns:a16="http://schemas.microsoft.com/office/drawing/2014/main" id="{4601D641-2008-D6DE-E9FB-B97932B581C0}"/>
              </a:ext>
            </a:extLst>
          </p:cNvPr>
          <p:cNvGrpSpPr/>
          <p:nvPr/>
        </p:nvGrpSpPr>
        <p:grpSpPr>
          <a:xfrm>
            <a:off x="3431459" y="1254948"/>
            <a:ext cx="5329081" cy="4348104"/>
            <a:chOff x="5899282" y="710033"/>
            <a:chExt cx="5329081" cy="4348104"/>
          </a:xfrm>
        </p:grpSpPr>
        <p:cxnSp>
          <p:nvCxnSpPr>
            <p:cNvPr id="72" name="Conector recto 71">
              <a:extLst>
                <a:ext uri="{FF2B5EF4-FFF2-40B4-BE49-F238E27FC236}">
                  <a16:creationId xmlns:a16="http://schemas.microsoft.com/office/drawing/2014/main" id="{D899CBDC-ECA4-95AE-CAFA-BC440BB6B7FC}"/>
                </a:ext>
              </a:extLst>
            </p:cNvPr>
            <p:cNvCxnSpPr>
              <a:cxnSpLocks/>
            </p:cNvCxnSpPr>
            <p:nvPr/>
          </p:nvCxnSpPr>
          <p:spPr>
            <a:xfrm>
              <a:off x="9648848" y="710033"/>
              <a:ext cx="0" cy="434810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ector recto 70">
              <a:extLst>
                <a:ext uri="{FF2B5EF4-FFF2-40B4-BE49-F238E27FC236}">
                  <a16:creationId xmlns:a16="http://schemas.microsoft.com/office/drawing/2014/main" id="{5D5D9B80-073B-5C15-12A0-396B76D4D3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59256" y="710033"/>
              <a:ext cx="19967" cy="190949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489CF045-C01F-EEC5-94ED-38B99C76DF5A}"/>
                </a:ext>
              </a:extLst>
            </p:cNvPr>
            <p:cNvSpPr txBox="1"/>
            <p:nvPr/>
          </p:nvSpPr>
          <p:spPr>
            <a:xfrm>
              <a:off x="5899284" y="782472"/>
              <a:ext cx="171081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400" dirty="0"/>
                <a:t>Jugador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8F61C1E5-AF63-3DA2-1ED7-54E8CD598A94}"/>
                </a:ext>
              </a:extLst>
            </p:cNvPr>
            <p:cNvSpPr txBox="1"/>
            <p:nvPr/>
          </p:nvSpPr>
          <p:spPr>
            <a:xfrm>
              <a:off x="7708417" y="782472"/>
              <a:ext cx="171081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400" dirty="0"/>
                <a:t>Programa</a:t>
              </a: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BF30EFE6-B380-8B57-AC14-7FFAA62D1F8D}"/>
                </a:ext>
              </a:extLst>
            </p:cNvPr>
            <p:cNvSpPr txBox="1"/>
            <p:nvPr/>
          </p:nvSpPr>
          <p:spPr>
            <a:xfrm>
              <a:off x="9517550" y="782472"/>
              <a:ext cx="171081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400" dirty="0"/>
                <a:t>Juego</a:t>
              </a: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A9490248-8C67-E4CB-6D98-C8E2B03B5A7C}"/>
                </a:ext>
              </a:extLst>
            </p:cNvPr>
            <p:cNvSpPr txBox="1"/>
            <p:nvPr/>
          </p:nvSpPr>
          <p:spPr>
            <a:xfrm>
              <a:off x="6176098" y="1270541"/>
              <a:ext cx="1157183" cy="3077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400" dirty="0"/>
                <a:t>Iniciar juego</a:t>
              </a:r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22DF5690-4EA5-BDCF-FFC4-8695BE266650}"/>
                </a:ext>
              </a:extLst>
            </p:cNvPr>
            <p:cNvSpPr txBox="1"/>
            <p:nvPr/>
          </p:nvSpPr>
          <p:spPr>
            <a:xfrm>
              <a:off x="7985231" y="1270541"/>
              <a:ext cx="11571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400" dirty="0"/>
                <a:t>Cargar juego</a:t>
              </a:r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3B73A022-FCC3-4CC0-82CA-9DDA7E2DD7AC}"/>
                </a:ext>
              </a:extLst>
            </p:cNvPr>
            <p:cNvSpPr txBox="1"/>
            <p:nvPr/>
          </p:nvSpPr>
          <p:spPr>
            <a:xfrm>
              <a:off x="6096000" y="2086710"/>
              <a:ext cx="133759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400" dirty="0"/>
                <a:t>Iniciar partida</a:t>
              </a: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59CFA742-D570-967D-206B-8B9EAB2DF198}"/>
                </a:ext>
              </a:extLst>
            </p:cNvPr>
            <p:cNvSpPr txBox="1"/>
            <p:nvPr/>
          </p:nvSpPr>
          <p:spPr>
            <a:xfrm>
              <a:off x="7895024" y="2086710"/>
              <a:ext cx="133759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400" dirty="0"/>
                <a:t>Cargar partida</a:t>
              </a:r>
            </a:p>
          </p:txBody>
        </p:sp>
        <p:sp>
          <p:nvSpPr>
            <p:cNvPr id="33" name="CuadroTexto 32">
              <a:extLst>
                <a:ext uri="{FF2B5EF4-FFF2-40B4-BE49-F238E27FC236}">
                  <a16:creationId xmlns:a16="http://schemas.microsoft.com/office/drawing/2014/main" id="{FE576C9A-2B4E-AA57-9F6D-AAFB2CCD1B45}"/>
                </a:ext>
              </a:extLst>
            </p:cNvPr>
            <p:cNvSpPr txBox="1"/>
            <p:nvPr/>
          </p:nvSpPr>
          <p:spPr>
            <a:xfrm>
              <a:off x="7186451" y="2844578"/>
              <a:ext cx="104393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400" noProof="0" dirty="0"/>
                <a:t>Desarrollo partida</a:t>
              </a:r>
            </a:p>
          </p:txBody>
        </p:sp>
        <p:cxnSp>
          <p:nvCxnSpPr>
            <p:cNvPr id="30" name="Conector recto de flecha 29">
              <a:extLst>
                <a:ext uri="{FF2B5EF4-FFF2-40B4-BE49-F238E27FC236}">
                  <a16:creationId xmlns:a16="http://schemas.microsoft.com/office/drawing/2014/main" id="{B761A042-AA9C-3CA2-B5D0-96DF2B025477}"/>
                </a:ext>
              </a:extLst>
            </p:cNvPr>
            <p:cNvCxnSpPr>
              <a:cxnSpLocks/>
              <a:stCxn id="22" idx="3"/>
              <a:endCxn id="27" idx="1"/>
            </p:cNvCxnSpPr>
            <p:nvPr/>
          </p:nvCxnSpPr>
          <p:spPr>
            <a:xfrm>
              <a:off x="7433595" y="2240599"/>
              <a:ext cx="461429" cy="0"/>
            </a:xfrm>
            <a:prstGeom prst="straightConnector1">
              <a:avLst/>
            </a:prstGeom>
            <a:ln w="28575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de flecha 33">
              <a:extLst>
                <a:ext uri="{FF2B5EF4-FFF2-40B4-BE49-F238E27FC236}">
                  <a16:creationId xmlns:a16="http://schemas.microsoft.com/office/drawing/2014/main" id="{BF070612-606C-9B85-CACA-B3D427AEEC39}"/>
                </a:ext>
              </a:extLst>
            </p:cNvPr>
            <p:cNvCxnSpPr>
              <a:cxnSpLocks/>
              <a:stCxn id="27" idx="2"/>
              <a:endCxn id="33" idx="0"/>
            </p:cNvCxnSpPr>
            <p:nvPr/>
          </p:nvCxnSpPr>
          <p:spPr>
            <a:xfrm flipH="1">
              <a:off x="7708417" y="2394487"/>
              <a:ext cx="855405" cy="450091"/>
            </a:xfrm>
            <a:prstGeom prst="straightConnector1">
              <a:avLst/>
            </a:prstGeom>
            <a:ln w="28575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CuadroTexto 36">
              <a:extLst>
                <a:ext uri="{FF2B5EF4-FFF2-40B4-BE49-F238E27FC236}">
                  <a16:creationId xmlns:a16="http://schemas.microsoft.com/office/drawing/2014/main" id="{C7D5CC11-2005-72C2-4812-83FE445909F4}"/>
                </a:ext>
              </a:extLst>
            </p:cNvPr>
            <p:cNvSpPr txBox="1"/>
            <p:nvPr/>
          </p:nvSpPr>
          <p:spPr>
            <a:xfrm>
              <a:off x="9869705" y="3275111"/>
              <a:ext cx="10065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400" noProof="0" dirty="0"/>
                <a:t>Finaliza</a:t>
              </a:r>
            </a:p>
          </p:txBody>
        </p:sp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51EE309B-28F5-A650-3AAD-385A2AAA9E48}"/>
                </a:ext>
              </a:extLst>
            </p:cNvPr>
            <p:cNvSpPr txBox="1"/>
            <p:nvPr/>
          </p:nvSpPr>
          <p:spPr>
            <a:xfrm>
              <a:off x="8089207" y="4140701"/>
              <a:ext cx="94922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400" dirty="0"/>
                <a:t>Se cierra el juego</a:t>
              </a:r>
            </a:p>
          </p:txBody>
        </p:sp>
        <p:cxnSp>
          <p:nvCxnSpPr>
            <p:cNvPr id="74" name="Conector recto 73">
              <a:extLst>
                <a:ext uri="{FF2B5EF4-FFF2-40B4-BE49-F238E27FC236}">
                  <a16:creationId xmlns:a16="http://schemas.microsoft.com/office/drawing/2014/main" id="{F88A72D7-8D87-298D-7552-470A18AED3B8}"/>
                </a:ext>
              </a:extLst>
            </p:cNvPr>
            <p:cNvCxnSpPr>
              <a:cxnSpLocks/>
            </p:cNvCxnSpPr>
            <p:nvPr/>
          </p:nvCxnSpPr>
          <p:spPr>
            <a:xfrm>
              <a:off x="7669239" y="3490203"/>
              <a:ext cx="0" cy="156793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ector recto 76">
              <a:extLst>
                <a:ext uri="{FF2B5EF4-FFF2-40B4-BE49-F238E27FC236}">
                  <a16:creationId xmlns:a16="http://schemas.microsoft.com/office/drawing/2014/main" id="{3F63CDC5-38DC-3594-7E75-EE03A1D97AFC}"/>
                </a:ext>
              </a:extLst>
            </p:cNvPr>
            <p:cNvCxnSpPr>
              <a:cxnSpLocks/>
            </p:cNvCxnSpPr>
            <p:nvPr/>
          </p:nvCxnSpPr>
          <p:spPr>
            <a:xfrm>
              <a:off x="10962967" y="710033"/>
              <a:ext cx="0" cy="434810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ector recto 77">
              <a:extLst>
                <a:ext uri="{FF2B5EF4-FFF2-40B4-BE49-F238E27FC236}">
                  <a16:creationId xmlns:a16="http://schemas.microsoft.com/office/drawing/2014/main" id="{FFC81977-6F4F-961E-8990-409A1CBE2339}"/>
                </a:ext>
              </a:extLst>
            </p:cNvPr>
            <p:cNvCxnSpPr>
              <a:cxnSpLocks/>
            </p:cNvCxnSpPr>
            <p:nvPr/>
          </p:nvCxnSpPr>
          <p:spPr>
            <a:xfrm>
              <a:off x="5899284" y="710033"/>
              <a:ext cx="0" cy="434810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ector recto 78">
              <a:extLst>
                <a:ext uri="{FF2B5EF4-FFF2-40B4-BE49-F238E27FC236}">
                  <a16:creationId xmlns:a16="http://schemas.microsoft.com/office/drawing/2014/main" id="{F6181258-D22E-2A2D-CB84-49743DB606A3}"/>
                </a:ext>
              </a:extLst>
            </p:cNvPr>
            <p:cNvCxnSpPr>
              <a:cxnSpLocks/>
            </p:cNvCxnSpPr>
            <p:nvPr/>
          </p:nvCxnSpPr>
          <p:spPr>
            <a:xfrm>
              <a:off x="5899284" y="710033"/>
              <a:ext cx="5063683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ector recto 81">
              <a:extLst>
                <a:ext uri="{FF2B5EF4-FFF2-40B4-BE49-F238E27FC236}">
                  <a16:creationId xmlns:a16="http://schemas.microsoft.com/office/drawing/2014/main" id="{E6E21475-4DE0-6737-0288-501A2205EAC5}"/>
                </a:ext>
              </a:extLst>
            </p:cNvPr>
            <p:cNvCxnSpPr>
              <a:cxnSpLocks/>
            </p:cNvCxnSpPr>
            <p:nvPr/>
          </p:nvCxnSpPr>
          <p:spPr>
            <a:xfrm>
              <a:off x="5899283" y="5058137"/>
              <a:ext cx="5063683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ector recto 82">
              <a:extLst>
                <a:ext uri="{FF2B5EF4-FFF2-40B4-BE49-F238E27FC236}">
                  <a16:creationId xmlns:a16="http://schemas.microsoft.com/office/drawing/2014/main" id="{54B20F3E-F848-3630-9CA1-F8386872DA91}"/>
                </a:ext>
              </a:extLst>
            </p:cNvPr>
            <p:cNvCxnSpPr>
              <a:cxnSpLocks/>
            </p:cNvCxnSpPr>
            <p:nvPr/>
          </p:nvCxnSpPr>
          <p:spPr>
            <a:xfrm>
              <a:off x="5899282" y="1156723"/>
              <a:ext cx="5063683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cto de flecha 11">
              <a:extLst>
                <a:ext uri="{FF2B5EF4-FFF2-40B4-BE49-F238E27FC236}">
                  <a16:creationId xmlns:a16="http://schemas.microsoft.com/office/drawing/2014/main" id="{67BE46A4-65C9-508A-7405-0EBCBE37F6CC}"/>
                </a:ext>
              </a:extLst>
            </p:cNvPr>
            <p:cNvCxnSpPr>
              <a:cxnSpLocks/>
              <a:stCxn id="10" idx="3"/>
              <a:endCxn id="11" idx="1"/>
            </p:cNvCxnSpPr>
            <p:nvPr/>
          </p:nvCxnSpPr>
          <p:spPr>
            <a:xfrm>
              <a:off x="7333281" y="1424430"/>
              <a:ext cx="651950" cy="0"/>
            </a:xfrm>
            <a:prstGeom prst="straightConnector1">
              <a:avLst/>
            </a:prstGeom>
            <a:ln w="28575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cto de flecha 22">
              <a:extLst>
                <a:ext uri="{FF2B5EF4-FFF2-40B4-BE49-F238E27FC236}">
                  <a16:creationId xmlns:a16="http://schemas.microsoft.com/office/drawing/2014/main" id="{DEF4667F-1357-09A9-1EEC-B2197F441BC3}"/>
                </a:ext>
              </a:extLst>
            </p:cNvPr>
            <p:cNvCxnSpPr>
              <a:cxnSpLocks/>
              <a:stCxn id="11" idx="2"/>
              <a:endCxn id="22" idx="0"/>
            </p:cNvCxnSpPr>
            <p:nvPr/>
          </p:nvCxnSpPr>
          <p:spPr>
            <a:xfrm flipH="1">
              <a:off x="6764798" y="1578318"/>
              <a:ext cx="1799025" cy="508392"/>
            </a:xfrm>
            <a:prstGeom prst="straightConnector1">
              <a:avLst/>
            </a:prstGeom>
            <a:ln w="28575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de flecha 37">
              <a:extLst>
                <a:ext uri="{FF2B5EF4-FFF2-40B4-BE49-F238E27FC236}">
                  <a16:creationId xmlns:a16="http://schemas.microsoft.com/office/drawing/2014/main" id="{0061497D-4AE1-69DB-CFD0-B7DDEC1FCDB7}"/>
                </a:ext>
              </a:extLst>
            </p:cNvPr>
            <p:cNvCxnSpPr>
              <a:cxnSpLocks/>
              <a:stCxn id="33" idx="3"/>
              <a:endCxn id="37" idx="1"/>
            </p:cNvCxnSpPr>
            <p:nvPr/>
          </p:nvCxnSpPr>
          <p:spPr>
            <a:xfrm>
              <a:off x="8230383" y="3106188"/>
              <a:ext cx="1639322" cy="322812"/>
            </a:xfrm>
            <a:prstGeom prst="straightConnector1">
              <a:avLst/>
            </a:prstGeom>
            <a:ln w="28575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recto de flecha 46">
              <a:extLst>
                <a:ext uri="{FF2B5EF4-FFF2-40B4-BE49-F238E27FC236}">
                  <a16:creationId xmlns:a16="http://schemas.microsoft.com/office/drawing/2014/main" id="{42BBCBC6-EA58-A76E-C336-7A5A53759115}"/>
                </a:ext>
              </a:extLst>
            </p:cNvPr>
            <p:cNvCxnSpPr>
              <a:cxnSpLocks/>
              <a:stCxn id="37" idx="2"/>
              <a:endCxn id="46" idx="0"/>
            </p:cNvCxnSpPr>
            <p:nvPr/>
          </p:nvCxnSpPr>
          <p:spPr>
            <a:xfrm flipH="1">
              <a:off x="8563821" y="3582888"/>
              <a:ext cx="1809135" cy="557813"/>
            </a:xfrm>
            <a:prstGeom prst="straightConnector1">
              <a:avLst/>
            </a:prstGeom>
            <a:ln w="28575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5" name="CuadroTexto 84">
            <a:extLst>
              <a:ext uri="{FF2B5EF4-FFF2-40B4-BE49-F238E27FC236}">
                <a16:creationId xmlns:a16="http://schemas.microsoft.com/office/drawing/2014/main" id="{48FFACDE-2AFC-76AC-A64B-B3CC44B65237}"/>
              </a:ext>
            </a:extLst>
          </p:cNvPr>
          <p:cNvSpPr txBox="1"/>
          <p:nvPr/>
        </p:nvSpPr>
        <p:spPr>
          <a:xfrm>
            <a:off x="3637971" y="594859"/>
            <a:ext cx="46506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algn="ctr">
              <a:defRPr sz="2800" b="1"/>
            </a:lvl1pPr>
          </a:lstStyle>
          <a:p>
            <a:r>
              <a:rPr lang="es-ES" dirty="0"/>
              <a:t>DIAGRAMA DE ACTIVIDAD </a:t>
            </a:r>
          </a:p>
        </p:txBody>
      </p:sp>
    </p:spTree>
    <p:extLst>
      <p:ext uri="{BB962C8B-B14F-4D97-AF65-F5344CB8AC3E}">
        <p14:creationId xmlns:p14="http://schemas.microsoft.com/office/powerpoint/2010/main" val="28341269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494</TotalTime>
  <Words>270</Words>
  <Application>Microsoft Office PowerPoint</Application>
  <PresentationFormat>Panorámica</PresentationFormat>
  <Paragraphs>120</Paragraphs>
  <Slides>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Gonzalo Martínez Valeria</dc:creator>
  <cp:lastModifiedBy>Gonzalo Martínez Valeria</cp:lastModifiedBy>
  <cp:revision>28</cp:revision>
  <dcterms:created xsi:type="dcterms:W3CDTF">2026-05-27T08:19:49Z</dcterms:created>
  <dcterms:modified xsi:type="dcterms:W3CDTF">2026-05-27T17:51:52Z</dcterms:modified>
</cp:coreProperties>
</file>